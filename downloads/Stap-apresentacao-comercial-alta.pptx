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notesMasterIdLst>
    <p:notesMasterId r:id="rId9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20f3e33-e970-66c9-1bd2-c6f12058b08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Menu e clientes" id="{322c3f24-75ee-cdd6-7e54-bad948cd2d65}">
          <p14:sldIdLst>
            <p14:sldId id="268"/>
            <p14:sldId id="269"/>
          </p14:sldIdLst>
        </p14:section>
        <p14:section name="Agronegócio" id="{2911a7de-b6fc-2333-59f2-d4693de4e8a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Automotivo" id="{90d7f2bb-2d4c-3ad3-249e-7cc7604cf4f0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Consumo e varejo" id="{94e85064-5d32-7260-6947-705ecb8d26a6}">
          <p14:sldIdLst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  <p14:section name="Indústria e corporativo" id="{fccc48ad-7ff5-3173-c7db-ac22c7420086}">
          <p14:sldIdLst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Fechamento" id="{cc54239c-b827-d9ca-b198-c4d840bfc5dd}">
          <p14:sldIdLst>
            <p14:sldId id="345"/>
            <p14:sldId id="346"/>
            <p14:sldId id="347"/>
            <p14:sldId id="348"/>
            <p14:sldId id="34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notesMaster" Target="notesMasters/notesMaster1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O statement da Stap; apresente-se e diga para quem é esta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de espera: deixe o vídeo rodando enquanto as pessoas chegam. Avance para a capa quando for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manifesto é o critério de tudo o que a Stap entrega. Leia a frase com calma antes de seguir para o filme.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 Stap, 56 segundos, com som. Clique na imagem para tocar. Se a reunião estiver curta, pule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de escala e de segurança de entrega. O dado mais forte para quem compra é o último: 7 montagens simultâneas no Circuito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central do novo posicionamento. A Stap projeta e constrói com o mesmo time: o que o cliente aprova no 3D é o que vai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estande, no mesmo enquadramento: à esquerda o render aprovado, à direita o estande montado na Agrishow. No HTML, arraste o traço para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comercial em uma frase: o risco de a experiência sair diferente do projeto é da Stap, não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frentes em uma tela. Na versão web, cada frente abre com um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Processo, para passar rápido. Ênfase em controle e operação: relatórios diários e coordenação dos fornecedores pela própria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setores em que a Stap tem hub próprio e time especializado: Agro 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projetos em movimento antes de entrar nos cases. Os vídeos rodam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Menu geral. Cada item é um link. Em qualquer slide, "Menu" e "Clientes" no canto inferior direito voltam para 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de clientes. Cada marca abre a página do cliente com todos os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 próprio e mais de 25 anos no campo: circuitos, Agrishow, lançamentos e encontros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Volkswagen.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Ford.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FMC.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BASF.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Grunner.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Corteva.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Syngenta.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Festivais, test-drives, autódromos, salões e lançamentos de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Toyota.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Ducati.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Harley-Davidson.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Petronas.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Alimentos, beleza, casa e tecnologia: marcas que precisam vender no ponto de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Seara.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PepsiCo.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OX Cosméticos.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Lorenzetti.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NuPay.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Feiras técnicas, convenções de vendas e eventos de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Braskem.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Sherwin-Williams.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Mutant.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na entrega, relação de longo prazo e reconhecimento em feiras do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de 250 clientes desde 1992; aqui estão 35 das marcas.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Convide o cliente para conhecer a casa: é onde o time trabalha junto e onde o cliente é recebido para as reuniões de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quem vai atender o cliente no dia a dia: contas, arquitetura, 3D e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um próximo passo concreto: um briefing ou uma visita à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5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slide" Target="slide13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6" Type="http://schemas.openxmlformats.org/officeDocument/2006/relationships/slide" Target="slide1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4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2" Type="http://schemas.openxmlformats.org/officeDocument/2006/relationships/slide" Target="slide13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7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video" Target="../media/media-12-5.mp4"/><Relationship Id="rId6" Type="http://schemas.microsoft.com/office/2007/relationships/media" Target="../media/media-12-5.mp4"/><Relationship Id="rId7" Type="http://schemas.openxmlformats.org/officeDocument/2006/relationships/image" Target="../media/image-12-7.png"/><Relationship Id="rId8" Type="http://schemas.openxmlformats.org/officeDocument/2006/relationships/image" Target="../media/image-12-8.jpg"/><Relationship Id="rId9" Type="http://schemas.openxmlformats.org/officeDocument/2006/relationships/video" Target="../media/media-12-9.mp4"/><Relationship Id="rId10" Type="http://schemas.microsoft.com/office/2007/relationships/media" Target="../media/media-12-9.mp4"/><Relationship Id="rId11" Type="http://schemas.openxmlformats.org/officeDocument/2006/relationships/image" Target="../media/image-12-11.pn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4" Type="http://schemas.openxmlformats.org/officeDocument/2006/relationships/slide" Target="slide1.xml"/><Relationship Id="rId5" Type="http://schemas.openxmlformats.org/officeDocument/2006/relationships/slide" Target="slide3.xml"/><Relationship Id="rId7" Type="http://schemas.openxmlformats.org/officeDocument/2006/relationships/slide" Target="slide3.xml"/><Relationship Id="rId8" Type="http://schemas.openxmlformats.org/officeDocument/2006/relationships/slide" Target="slide5.xml"/><Relationship Id="rId10" Type="http://schemas.openxmlformats.org/officeDocument/2006/relationships/slide" Target="slide5.xml"/><Relationship Id="rId11" Type="http://schemas.openxmlformats.org/officeDocument/2006/relationships/slide" Target="slide6.xml"/><Relationship Id="rId13" Type="http://schemas.openxmlformats.org/officeDocument/2006/relationships/slide" Target="slide6.xml"/><Relationship Id="rId14" Type="http://schemas.openxmlformats.org/officeDocument/2006/relationships/slide" Target="slide9.xml"/><Relationship Id="rId16" Type="http://schemas.openxmlformats.org/officeDocument/2006/relationships/slide" Target="slide9.xml"/><Relationship Id="rId17" Type="http://schemas.openxmlformats.org/officeDocument/2006/relationships/slide" Target="slide11.xml"/><Relationship Id="rId19" Type="http://schemas.openxmlformats.org/officeDocument/2006/relationships/slide" Target="slide11.xml"/><Relationship Id="rId20" Type="http://schemas.openxmlformats.org/officeDocument/2006/relationships/slide" Target="slide12.xml"/><Relationship Id="rId22" Type="http://schemas.openxmlformats.org/officeDocument/2006/relationships/slide" Target="slide12.xml"/><Relationship Id="rId23" Type="http://schemas.openxmlformats.org/officeDocument/2006/relationships/slide" Target="slide14.xml"/><Relationship Id="rId25" Type="http://schemas.openxmlformats.org/officeDocument/2006/relationships/slide" Target="slide14.xml"/><Relationship Id="rId26" Type="http://schemas.openxmlformats.org/officeDocument/2006/relationships/slide" Target="slide15.xml"/><Relationship Id="rId28" Type="http://schemas.openxmlformats.org/officeDocument/2006/relationships/slide" Target="slide15.xml"/><Relationship Id="rId29" Type="http://schemas.openxmlformats.org/officeDocument/2006/relationships/slide" Target="slide43.xml"/><Relationship Id="rId31" Type="http://schemas.openxmlformats.org/officeDocument/2006/relationships/slide" Target="slide43.xml"/><Relationship Id="rId32" Type="http://schemas.openxmlformats.org/officeDocument/2006/relationships/slide" Target="slide62.xml"/><Relationship Id="rId34" Type="http://schemas.openxmlformats.org/officeDocument/2006/relationships/slide" Target="slide62.xml"/><Relationship Id="rId35" Type="http://schemas.openxmlformats.org/officeDocument/2006/relationships/slide" Target="slide80.xml"/><Relationship Id="rId37" Type="http://schemas.openxmlformats.org/officeDocument/2006/relationships/slide" Target="slide80.xml"/><Relationship Id="rId38" Type="http://schemas.openxmlformats.org/officeDocument/2006/relationships/slide" Target="slide90.xml"/><Relationship Id="rId40" Type="http://schemas.openxmlformats.org/officeDocument/2006/relationships/slide" Target="slide90.xml"/><Relationship Id="rId41" Type="http://schemas.openxmlformats.org/officeDocument/2006/relationships/slide" Target="slide92.xml"/><Relationship Id="rId43" Type="http://schemas.openxmlformats.org/officeDocument/2006/relationships/slide" Target="slide92.xml"/><Relationship Id="rId44" Type="http://schemas.openxmlformats.org/officeDocument/2006/relationships/slide" Target="slide93.xml"/><Relationship Id="rId46" Type="http://schemas.openxmlformats.org/officeDocument/2006/relationships/slide" Target="slide93.xml"/><Relationship Id="rId47" Type="http://schemas.openxmlformats.org/officeDocument/2006/relationships/slide" Target="slide94.xml"/><Relationship Id="rId49" Type="http://schemas.openxmlformats.org/officeDocument/2006/relationships/slide" Target="slide9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8" Type="http://schemas.openxmlformats.org/officeDocument/2006/relationships/image" Target="../media/image-3-4.png"/><Relationship Id="rId21" Type="http://schemas.openxmlformats.org/officeDocument/2006/relationships/image" Target="../media/image-3-4.png"/><Relationship Id="rId24" Type="http://schemas.openxmlformats.org/officeDocument/2006/relationships/image" Target="../media/image-3-4.png"/><Relationship Id="rId27" Type="http://schemas.openxmlformats.org/officeDocument/2006/relationships/image" Target="../media/image-3-4.png"/><Relationship Id="rId30" Type="http://schemas.openxmlformats.org/officeDocument/2006/relationships/image" Target="../media/image-3-4.png"/><Relationship Id="rId33" Type="http://schemas.openxmlformats.org/officeDocument/2006/relationships/image" Target="../media/image-3-4.png"/><Relationship Id="rId36" Type="http://schemas.openxmlformats.org/officeDocument/2006/relationships/image" Target="../media/image-3-4.png"/><Relationship Id="rId39" Type="http://schemas.openxmlformats.org/officeDocument/2006/relationships/image" Target="../media/image-3-4.png"/><Relationship Id="rId42" Type="http://schemas.openxmlformats.org/officeDocument/2006/relationships/image" Target="../media/image-3-4.png"/><Relationship Id="rId45" Type="http://schemas.openxmlformats.org/officeDocument/2006/relationships/image" Target="../media/image-3-4.png"/><Relationship Id="rId48" Type="http://schemas.openxmlformats.org/officeDocument/2006/relationships/image" Target="../media/image-3-4.png"/><Relationship Id="rId50" Type="http://schemas.openxmlformats.org/officeDocument/2006/relationships/slideLayout" Target="../slideLayouts/slideLayout1.xml"/><Relationship Id="rId5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5" Type="http://schemas.openxmlformats.org/officeDocument/2006/relationships/slide" Target="slide25.xml"/><Relationship Id="rId7" Type="http://schemas.openxmlformats.org/officeDocument/2006/relationships/slide" Target="slide81.xml"/><Relationship Id="rId9" Type="http://schemas.openxmlformats.org/officeDocument/2006/relationships/slide" Target="slide81.xml"/><Relationship Id="rId11" Type="http://schemas.openxmlformats.org/officeDocument/2006/relationships/slide" Target="slide31.xml"/><Relationship Id="rId13" Type="http://schemas.openxmlformats.org/officeDocument/2006/relationships/slide" Target="slide31.xml"/><Relationship Id="rId15" Type="http://schemas.openxmlformats.org/officeDocument/2006/relationships/slide" Target="slide53.xml"/><Relationship Id="rId17" Type="http://schemas.openxmlformats.org/officeDocument/2006/relationships/slide" Target="slide53.xml"/><Relationship Id="rId19" Type="http://schemas.openxmlformats.org/officeDocument/2006/relationships/slide" Target="slide22.xml"/><Relationship Id="rId21" Type="http://schemas.openxmlformats.org/officeDocument/2006/relationships/slide" Target="slide22.xml"/><Relationship Id="rId23" Type="http://schemas.openxmlformats.org/officeDocument/2006/relationships/slide" Target="slide19.xml"/><Relationship Id="rId25" Type="http://schemas.openxmlformats.org/officeDocument/2006/relationships/slide" Target="slide19.xml"/><Relationship Id="rId27" Type="http://schemas.openxmlformats.org/officeDocument/2006/relationships/slide" Target="slide28.xml"/><Relationship Id="rId29" Type="http://schemas.openxmlformats.org/officeDocument/2006/relationships/slide" Target="slide56.xml"/><Relationship Id="rId31" Type="http://schemas.openxmlformats.org/officeDocument/2006/relationships/slide" Target="slide56.xml"/><Relationship Id="rId33" Type="http://schemas.openxmlformats.org/officeDocument/2006/relationships/slide" Target="slide74.xml"/><Relationship Id="rId35" Type="http://schemas.openxmlformats.org/officeDocument/2006/relationships/slide" Target="slide74.xml"/><Relationship Id="rId37" Type="http://schemas.openxmlformats.org/officeDocument/2006/relationships/slide" Target="slide87.xml"/><Relationship Id="rId39" Type="http://schemas.openxmlformats.org/officeDocument/2006/relationships/slide" Target="slide87.xml"/><Relationship Id="rId41" Type="http://schemas.openxmlformats.org/officeDocument/2006/relationships/slide" Target="slide77.xml"/><Relationship Id="rId43" Type="http://schemas.openxmlformats.org/officeDocument/2006/relationships/slide" Target="slide77.xml"/><Relationship Id="rId45" Type="http://schemas.openxmlformats.org/officeDocument/2006/relationships/slide" Target="slide71.xml"/><Relationship Id="rId47" Type="http://schemas.openxmlformats.org/officeDocument/2006/relationships/slide" Target="slide68.xml"/><Relationship Id="rId49" Type="http://schemas.openxmlformats.org/officeDocument/2006/relationships/slide" Target="slide68.xml"/><Relationship Id="rId51" Type="http://schemas.openxmlformats.org/officeDocument/2006/relationships/slide" Target="slide59.xml"/><Relationship Id="rId53" Type="http://schemas.openxmlformats.org/officeDocument/2006/relationships/slide" Target="slide59.xml"/><Relationship Id="rId55" Type="http://schemas.openxmlformats.org/officeDocument/2006/relationships/slide" Target="slide63.xml"/><Relationship Id="rId57" Type="http://schemas.openxmlformats.org/officeDocument/2006/relationships/slide" Target="slide84.xml"/><Relationship Id="rId59" Type="http://schemas.openxmlformats.org/officeDocument/2006/relationships/slide" Target="slide84.xml"/><Relationship Id="rId61" Type="http://schemas.openxmlformats.org/officeDocument/2006/relationships/slide" Target="slide40.xml"/><Relationship Id="rId63" Type="http://schemas.openxmlformats.org/officeDocument/2006/relationships/slide" Target="slide46.xml"/><Relationship Id="rId65" Type="http://schemas.openxmlformats.org/officeDocument/2006/relationships/slide" Target="slide46.xml"/><Relationship Id="rId67" Type="http://schemas.openxmlformats.org/officeDocument/2006/relationships/slide" Target="slide16.xml"/><Relationship Id="rId69" Type="http://schemas.openxmlformats.org/officeDocument/2006/relationships/slide" Target="slide16.xml"/><Relationship Id="rId70" Type="http://schemas.openxmlformats.org/officeDocument/2006/relationships/slide" Target="slide13.xml"/><Relationship Id="rId72" Type="http://schemas.openxmlformats.org/officeDocument/2006/relationships/slide" Target="slide13.xml"/><Relationship Id="rId73" Type="http://schemas.openxmlformats.org/officeDocument/2006/relationships/slide" Target="slide14.xml"/><Relationship Id="rId75" Type="http://schemas.openxmlformats.org/officeDocument/2006/relationships/slide" Target="slide14.xml"/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4" Type="http://schemas.openxmlformats.org/officeDocument/2006/relationships/image" Target="../media/image-3-4.png"/><Relationship Id="rId6" Type="http://schemas.openxmlformats.org/officeDocument/2006/relationships/image" Target="../media/image-14-4.png"/><Relationship Id="rId8" Type="http://schemas.openxmlformats.org/officeDocument/2006/relationships/image" Target="../media/image-3-4.png"/><Relationship Id="rId10" Type="http://schemas.openxmlformats.org/officeDocument/2006/relationships/image" Target="../media/image-14-6.png"/><Relationship Id="rId12" Type="http://schemas.openxmlformats.org/officeDocument/2006/relationships/image" Target="../media/image-3-4.png"/><Relationship Id="rId14" Type="http://schemas.openxmlformats.org/officeDocument/2006/relationships/image" Target="../media/image-14-8.png"/><Relationship Id="rId16" Type="http://schemas.openxmlformats.org/officeDocument/2006/relationships/image" Target="../media/image-3-4.png"/><Relationship Id="rId18" Type="http://schemas.openxmlformats.org/officeDocument/2006/relationships/image" Target="../media/image-14-10.png"/><Relationship Id="rId20" Type="http://schemas.openxmlformats.org/officeDocument/2006/relationships/image" Target="../media/image-3-4.png"/><Relationship Id="rId22" Type="http://schemas.openxmlformats.org/officeDocument/2006/relationships/image" Target="../media/image-14-12.png"/><Relationship Id="rId24" Type="http://schemas.openxmlformats.org/officeDocument/2006/relationships/image" Target="../media/image-3-4.png"/><Relationship Id="rId26" Type="http://schemas.openxmlformats.org/officeDocument/2006/relationships/image" Target="../media/image-3-4.png"/><Relationship Id="rId28" Type="http://schemas.openxmlformats.org/officeDocument/2006/relationships/image" Target="../media/image-14-15.png"/><Relationship Id="rId30" Type="http://schemas.openxmlformats.org/officeDocument/2006/relationships/image" Target="../media/image-3-4.png"/><Relationship Id="rId32" Type="http://schemas.openxmlformats.org/officeDocument/2006/relationships/image" Target="../media/image-14-17.png"/><Relationship Id="rId34" Type="http://schemas.openxmlformats.org/officeDocument/2006/relationships/image" Target="../media/image-3-4.png"/><Relationship Id="rId36" Type="http://schemas.openxmlformats.org/officeDocument/2006/relationships/image" Target="../media/image-14-19.png"/><Relationship Id="rId38" Type="http://schemas.openxmlformats.org/officeDocument/2006/relationships/image" Target="../media/image-3-4.png"/><Relationship Id="rId40" Type="http://schemas.openxmlformats.org/officeDocument/2006/relationships/image" Target="../media/image-14-21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14-24.png"/><Relationship Id="rId48" Type="http://schemas.openxmlformats.org/officeDocument/2006/relationships/image" Target="../media/image-3-4.png"/><Relationship Id="rId50" Type="http://schemas.openxmlformats.org/officeDocument/2006/relationships/image" Target="../media/image-14-26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14-29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14-32.png"/><Relationship Id="rId64" Type="http://schemas.openxmlformats.org/officeDocument/2006/relationships/image" Target="../media/image-3-4.png"/><Relationship Id="rId66" Type="http://schemas.openxmlformats.org/officeDocument/2006/relationships/image" Target="../media/image-14-34.png"/><Relationship Id="rId68" Type="http://schemas.openxmlformats.org/officeDocument/2006/relationships/image" Target="../media/image-3-4.png"/><Relationship Id="rId71" Type="http://schemas.openxmlformats.org/officeDocument/2006/relationships/image" Target="../media/image-3-4.png"/><Relationship Id="rId74" Type="http://schemas.openxmlformats.org/officeDocument/2006/relationships/image" Target="../media/image-3-4.png"/><Relationship Id="rId76" Type="http://schemas.openxmlformats.org/officeDocument/2006/relationships/slideLayout" Target="../slideLayouts/slideLayout1.xml"/><Relationship Id="rId7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16.xml"/><Relationship Id="rId12" Type="http://schemas.openxmlformats.org/officeDocument/2006/relationships/slide" Target="slide19.xml"/><Relationship Id="rId14" Type="http://schemas.openxmlformats.org/officeDocument/2006/relationships/slide" Target="slide22.xml"/><Relationship Id="rId16" Type="http://schemas.openxmlformats.org/officeDocument/2006/relationships/slide" Target="slide25.xml"/><Relationship Id="rId18" Type="http://schemas.openxmlformats.org/officeDocument/2006/relationships/slide" Target="slide28.xml"/><Relationship Id="rId20" Type="http://schemas.openxmlformats.org/officeDocument/2006/relationships/slide" Target="slide31.xml"/><Relationship Id="rId22" Type="http://schemas.openxmlformats.org/officeDocument/2006/relationships/slide" Target="slide40.xml"/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image" Target="../media/image-3-4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17.xml"/><Relationship Id="rId5" Type="http://schemas.openxmlformats.org/officeDocument/2006/relationships/slide" Target="slide17.xml"/><Relationship Id="rId7" Type="http://schemas.openxmlformats.org/officeDocument/2006/relationships/slide" Target="slide44.xml"/><Relationship Id="rId8" Type="http://schemas.openxmlformats.org/officeDocument/2006/relationships/slide" Target="slide44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4.png"/><Relationship Id="rId3" Type="http://schemas.openxmlformats.org/officeDocument/2006/relationships/image" Target="../media/image-16-3.jpg"/><Relationship Id="rId6" Type="http://schemas.openxmlformats.org/officeDocument/2006/relationships/image" Target="../media/image-16-4.jp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video" Target="../media/media-17-3.mp4"/><Relationship Id="rId4" Type="http://schemas.microsoft.com/office/2007/relationships/media" Target="../media/media-17-3.mp4"/><Relationship Id="rId5" Type="http://schemas.openxmlformats.org/officeDocument/2006/relationships/image" Target="../media/image-17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" Target="slide16.xml"/><Relationship Id="rId7" Type="http://schemas.openxmlformats.org/officeDocument/2006/relationships/slide" Target="slide1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" Target="slide20.xml"/><Relationship Id="rId5" Type="http://schemas.openxmlformats.org/officeDocument/2006/relationships/slide" Target="slide20.xml"/><Relationship Id="rId6" Type="http://schemas.openxmlformats.org/officeDocument/2006/relationships/slide" Target="slide20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5.png"/><Relationship Id="rId3" Type="http://schemas.openxmlformats.org/officeDocument/2006/relationships/image" Target="../media/image-19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19.xml"/><Relationship Id="rId6" Type="http://schemas.openxmlformats.org/officeDocument/2006/relationships/slide" Target="slide1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slide" Target="slide19.xml"/><Relationship Id="rId8" Type="http://schemas.openxmlformats.org/officeDocument/2006/relationships/slide" Target="slide19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" Target="slide23.xml"/><Relationship Id="rId5" Type="http://schemas.openxmlformats.org/officeDocument/2006/relationships/slide" Target="slide23.xml"/><Relationship Id="rId6" Type="http://schemas.openxmlformats.org/officeDocument/2006/relationships/slide" Target="slide2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1.png"/><Relationship Id="rId3" Type="http://schemas.openxmlformats.org/officeDocument/2006/relationships/image" Target="../media/image-22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slide" Target="slide22.xml"/><Relationship Id="rId8" Type="http://schemas.openxmlformats.org/officeDocument/2006/relationships/slide" Target="slide22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3-1.jpg"/><Relationship Id="rId2" Type="http://schemas.openxmlformats.org/officeDocument/2006/relationships/image" Target="../media/image-17-2.png"/><Relationship Id="rId3" Type="http://schemas.openxmlformats.org/officeDocument/2006/relationships/video" Target="../media/media-23-3.mp4"/><Relationship Id="rId4" Type="http://schemas.microsoft.com/office/2007/relationships/media" Target="../media/media-23-3.mp4"/><Relationship Id="rId5" Type="http://schemas.openxmlformats.org/officeDocument/2006/relationships/image" Target="../media/image-23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slide" Target="slide22.xml"/><Relationship Id="rId8" Type="http://schemas.openxmlformats.org/officeDocument/2006/relationships/slide" Target="slide22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" Target="slide26.xml"/><Relationship Id="rId5" Type="http://schemas.openxmlformats.org/officeDocument/2006/relationships/slide" Target="slide26.xml"/><Relationship Id="rId6" Type="http://schemas.openxmlformats.org/officeDocument/2006/relationships/slide" Target="slide26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3.png"/><Relationship Id="rId3" Type="http://schemas.openxmlformats.org/officeDocument/2006/relationships/image" Target="../media/image-25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" Target="slide25.xml"/><Relationship Id="rId7" Type="http://schemas.openxmlformats.org/officeDocument/2006/relationships/slide" Target="slide25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" Target="slide25.xml"/><Relationship Id="rId6" Type="http://schemas.openxmlformats.org/officeDocument/2006/relationships/slide" Target="slide2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4" Type="http://schemas.openxmlformats.org/officeDocument/2006/relationships/slide" Target="slide29.xml"/><Relationship Id="rId5" Type="http://schemas.openxmlformats.org/officeDocument/2006/relationships/slide" Target="slide29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28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" Target="slide28.xml"/><Relationship Id="rId8" Type="http://schemas.openxmlformats.org/officeDocument/2006/relationships/slide" Target="slide28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9-1.jpg"/><Relationship Id="rId2" Type="http://schemas.openxmlformats.org/officeDocument/2006/relationships/image" Target="../media/image-17-2.png"/><Relationship Id="rId3" Type="http://schemas.openxmlformats.org/officeDocument/2006/relationships/video" Target="../media/media-29-3.mp4"/><Relationship Id="rId4" Type="http://schemas.microsoft.com/office/2007/relationships/media" Target="../media/media-29-3.mp4"/><Relationship Id="rId5" Type="http://schemas.openxmlformats.org/officeDocument/2006/relationships/image" Target="../media/image-29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slide" Target="slide28.xml"/><Relationship Id="rId6" Type="http://schemas.openxmlformats.org/officeDocument/2006/relationships/slide" Target="slide2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" Target="slide32.xml"/><Relationship Id="rId5" Type="http://schemas.openxmlformats.org/officeDocument/2006/relationships/slide" Target="slide32.xml"/><Relationship Id="rId7" Type="http://schemas.openxmlformats.org/officeDocument/2006/relationships/slide" Target="slide34.xml"/><Relationship Id="rId8" Type="http://schemas.openxmlformats.org/officeDocument/2006/relationships/slide" Target="slide34.xml"/><Relationship Id="rId10" Type="http://schemas.openxmlformats.org/officeDocument/2006/relationships/slide" Target="slide36.xml"/><Relationship Id="rId11" Type="http://schemas.openxmlformats.org/officeDocument/2006/relationships/slide" Target="slide36.xml"/><Relationship Id="rId13" Type="http://schemas.openxmlformats.org/officeDocument/2006/relationships/slide" Target="slide38.xml"/><Relationship Id="rId14" Type="http://schemas.openxmlformats.org/officeDocument/2006/relationships/slide" Target="slide38.xml"/><Relationship Id="rId15" Type="http://schemas.openxmlformats.org/officeDocument/2006/relationships/slide" Target="slide13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20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2.png"/><Relationship Id="rId3" Type="http://schemas.openxmlformats.org/officeDocument/2006/relationships/image" Target="../media/image-31-3.jpg"/><Relationship Id="rId6" Type="http://schemas.openxmlformats.org/officeDocument/2006/relationships/image" Target="../media/image-31-4.jpg"/><Relationship Id="rId9" Type="http://schemas.openxmlformats.org/officeDocument/2006/relationships/image" Target="../media/image-31-5.jpg"/><Relationship Id="rId12" Type="http://schemas.openxmlformats.org/officeDocument/2006/relationships/image" Target="../media/image-31-6.jpg"/><Relationship Id="rId16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2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image" Target="../media/image-3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4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6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image" Target="../media/image-37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8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1.xml"/><Relationship Id="rId4" Type="http://schemas.openxmlformats.org/officeDocument/2006/relationships/slide" Target="slide41.xml"/><Relationship Id="rId5" Type="http://schemas.openxmlformats.org/officeDocument/2006/relationships/slide" Target="slide41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40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6" Type="http://schemas.openxmlformats.org/officeDocument/2006/relationships/slide" Target="slide40.xml"/><Relationship Id="rId8" Type="http://schemas.openxmlformats.org/officeDocument/2006/relationships/slide" Target="slide40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41-1.jpg"/><Relationship Id="rId2" Type="http://schemas.openxmlformats.org/officeDocument/2006/relationships/image" Target="../media/image-17-2.png"/><Relationship Id="rId3" Type="http://schemas.openxmlformats.org/officeDocument/2006/relationships/video" Target="../media/media-12-5.mp4"/><Relationship Id="rId4" Type="http://schemas.microsoft.com/office/2007/relationships/media" Target="../media/media-12-5.mp4"/><Relationship Id="rId5" Type="http://schemas.openxmlformats.org/officeDocument/2006/relationships/image" Target="../media/image-41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5" Type="http://schemas.openxmlformats.org/officeDocument/2006/relationships/slide" Target="slide40.xml"/><Relationship Id="rId7" Type="http://schemas.openxmlformats.org/officeDocument/2006/relationships/slide" Target="slide40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image" Target="../media/image-42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16.xml"/><Relationship Id="rId12" Type="http://schemas.openxmlformats.org/officeDocument/2006/relationships/slide" Target="slide46.xml"/><Relationship Id="rId14" Type="http://schemas.openxmlformats.org/officeDocument/2006/relationships/slide" Target="slide53.xml"/><Relationship Id="rId16" Type="http://schemas.openxmlformats.org/officeDocument/2006/relationships/slide" Target="slide56.xml"/><Relationship Id="rId18" Type="http://schemas.openxmlformats.org/officeDocument/2006/relationships/slide" Target="slide59.xml"/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video" Target="../media/media-12-2.mp4"/><Relationship Id="rId2" Type="http://schemas.microsoft.com/office/2007/relationships/media" Target="../media/media-12-2.mp4"/><Relationship Id="rId3" Type="http://schemas.openxmlformats.org/officeDocument/2006/relationships/image" Target="../media/image-44-3.png"/><Relationship Id="rId4" Type="http://schemas.openxmlformats.org/officeDocument/2006/relationships/image" Target="../media/image-20-2.png"/><Relationship Id="rId5" Type="http://schemas.openxmlformats.org/officeDocument/2006/relationships/image" Target="../media/image-20-3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45-1.jpg"/><Relationship Id="rId2" Type="http://schemas.openxmlformats.org/officeDocument/2006/relationships/image" Target="../media/image-45-2.jpg"/><Relationship Id="rId3" Type="http://schemas.openxmlformats.org/officeDocument/2006/relationships/image" Target="../media/image-45-3.jpg"/><Relationship Id="rId4" Type="http://schemas.openxmlformats.org/officeDocument/2006/relationships/image" Target="../media/image-45-4.jpg"/><Relationship Id="rId5" Type="http://schemas.openxmlformats.org/officeDocument/2006/relationships/image" Target="../media/image-45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slide" Target="slide47.xml"/><Relationship Id="rId5" Type="http://schemas.openxmlformats.org/officeDocument/2006/relationships/slide" Target="slide47.xml"/><Relationship Id="rId7" Type="http://schemas.openxmlformats.org/officeDocument/2006/relationships/slide" Target="slide49.xml"/><Relationship Id="rId8" Type="http://schemas.openxmlformats.org/officeDocument/2006/relationships/slide" Target="slide49.xml"/><Relationship Id="rId10" Type="http://schemas.openxmlformats.org/officeDocument/2006/relationships/slide" Target="slide51.xml"/><Relationship Id="rId11" Type="http://schemas.openxmlformats.org/officeDocument/2006/relationships/slide" Target="slide51.xml"/><Relationship Id="rId12" Type="http://schemas.openxmlformats.org/officeDocument/2006/relationships/slide" Target="slide13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7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7.png"/><Relationship Id="rId3" Type="http://schemas.openxmlformats.org/officeDocument/2006/relationships/image" Target="../media/image-46-3.jpg"/><Relationship Id="rId6" Type="http://schemas.openxmlformats.org/officeDocument/2006/relationships/image" Target="../media/image-46-4.jpg"/><Relationship Id="rId9" Type="http://schemas.openxmlformats.org/officeDocument/2006/relationships/image" Target="../media/image-46-5.jp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47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48-1.jpg"/><Relationship Id="rId2" Type="http://schemas.openxmlformats.org/officeDocument/2006/relationships/image" Target="../media/image-48-2.jpg"/><Relationship Id="rId3" Type="http://schemas.openxmlformats.org/officeDocument/2006/relationships/image" Target="../media/image-48-3.jpg"/><Relationship Id="rId4" Type="http://schemas.openxmlformats.org/officeDocument/2006/relationships/image" Target="../media/image-4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4" Type="http://schemas.openxmlformats.org/officeDocument/2006/relationships/slide" Target="slide46.xml"/><Relationship Id="rId6" Type="http://schemas.openxmlformats.org/officeDocument/2006/relationships/slide" Target="slide46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49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0-1.jpg"/><Relationship Id="rId2" Type="http://schemas.openxmlformats.org/officeDocument/2006/relationships/image" Target="../media/image-50-2.jpg"/><Relationship Id="rId3" Type="http://schemas.openxmlformats.org/officeDocument/2006/relationships/image" Target="../media/image-50-3.jpg"/><Relationship Id="rId4" Type="http://schemas.openxmlformats.org/officeDocument/2006/relationships/image" Target="../media/image-50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51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2-1.jpg"/><Relationship Id="rId2" Type="http://schemas.openxmlformats.org/officeDocument/2006/relationships/image" Target="../media/image-52-2.jpg"/><Relationship Id="rId3" Type="http://schemas.openxmlformats.org/officeDocument/2006/relationships/image" Target="../media/image-52-3.jpg"/><Relationship Id="rId4" Type="http://schemas.openxmlformats.org/officeDocument/2006/relationships/image" Target="../media/image-52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4" Type="http://schemas.openxmlformats.org/officeDocument/2006/relationships/slide" Target="slide54.xml"/><Relationship Id="rId5" Type="http://schemas.openxmlformats.org/officeDocument/2006/relationships/slide" Target="slide54.xml"/><Relationship Id="rId6" Type="http://schemas.openxmlformats.org/officeDocument/2006/relationships/slide" Target="slide5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8.png"/><Relationship Id="rId3" Type="http://schemas.openxmlformats.org/officeDocument/2006/relationships/image" Target="../media/image-53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slide" Target="slide53.xml"/><Relationship Id="rId6" Type="http://schemas.openxmlformats.org/officeDocument/2006/relationships/slide" Target="slide5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4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6" Type="http://schemas.openxmlformats.org/officeDocument/2006/relationships/slide" Target="slide53.xml"/><Relationship Id="rId8" Type="http://schemas.openxmlformats.org/officeDocument/2006/relationships/slide" Target="slide5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55-1.jpg"/><Relationship Id="rId2" Type="http://schemas.openxmlformats.org/officeDocument/2006/relationships/image" Target="../media/image-55-2.jpg"/><Relationship Id="rId3" Type="http://schemas.openxmlformats.org/officeDocument/2006/relationships/image" Target="../media/image-55-3.jpg"/><Relationship Id="rId4" Type="http://schemas.openxmlformats.org/officeDocument/2006/relationships/image" Target="../media/image-55-4.jpg"/><Relationship Id="rId5" Type="http://schemas.openxmlformats.org/officeDocument/2006/relationships/image" Target="../media/image-55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4" Type="http://schemas.openxmlformats.org/officeDocument/2006/relationships/slide" Target="slide57.xml"/><Relationship Id="rId5" Type="http://schemas.openxmlformats.org/officeDocument/2006/relationships/slide" Target="slide57.xml"/><Relationship Id="rId6" Type="http://schemas.openxmlformats.org/officeDocument/2006/relationships/slide" Target="slide57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9.png"/><Relationship Id="rId3" Type="http://schemas.openxmlformats.org/officeDocument/2006/relationships/image" Target="../media/image-56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5" Type="http://schemas.openxmlformats.org/officeDocument/2006/relationships/slide" Target="slide56.xml"/><Relationship Id="rId7" Type="http://schemas.openxmlformats.org/officeDocument/2006/relationships/slide" Target="slide5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57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5" Type="http://schemas.openxmlformats.org/officeDocument/2006/relationships/slide" Target="slide56.xml"/><Relationship Id="rId7" Type="http://schemas.openxmlformats.org/officeDocument/2006/relationships/slide" Target="slide5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8-1.jpg"/><Relationship Id="rId2" Type="http://schemas.openxmlformats.org/officeDocument/2006/relationships/image" Target="../media/image-58-2.jpg"/><Relationship Id="rId3" Type="http://schemas.openxmlformats.org/officeDocument/2006/relationships/image" Target="../media/image-58-3.jpg"/><Relationship Id="rId4" Type="http://schemas.openxmlformats.org/officeDocument/2006/relationships/image" Target="../media/image-5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4" Type="http://schemas.openxmlformats.org/officeDocument/2006/relationships/slide" Target="slide60.xml"/><Relationship Id="rId5" Type="http://schemas.openxmlformats.org/officeDocument/2006/relationships/slide" Target="slide60.xml"/><Relationship Id="rId6" Type="http://schemas.openxmlformats.org/officeDocument/2006/relationships/slide" Target="slide60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10.png"/><Relationship Id="rId3" Type="http://schemas.openxmlformats.org/officeDocument/2006/relationships/image" Target="../media/image-59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slide" Target="slide59.xml"/><Relationship Id="rId6" Type="http://schemas.openxmlformats.org/officeDocument/2006/relationships/slide" Target="slide5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59.xml"/><Relationship Id="rId5" Type="http://schemas.openxmlformats.org/officeDocument/2006/relationships/slide" Target="slide59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61-1.jpg"/><Relationship Id="rId2" Type="http://schemas.openxmlformats.org/officeDocument/2006/relationships/image" Target="../media/image-61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63.xml"/><Relationship Id="rId12" Type="http://schemas.openxmlformats.org/officeDocument/2006/relationships/slide" Target="slide68.xml"/><Relationship Id="rId14" Type="http://schemas.openxmlformats.org/officeDocument/2006/relationships/slide" Target="slide71.xml"/><Relationship Id="rId16" Type="http://schemas.openxmlformats.org/officeDocument/2006/relationships/slide" Target="slide74.xml"/><Relationship Id="rId18" Type="http://schemas.openxmlformats.org/officeDocument/2006/relationships/slide" Target="slide77.xml"/><Relationship Id="rId1" Type="http://schemas.openxmlformats.org/officeDocument/2006/relationships/image" Target="../media/image-62-1.jpg"/><Relationship Id="rId2" Type="http://schemas.openxmlformats.org/officeDocument/2006/relationships/image" Target="../media/image-62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4" Type="http://schemas.openxmlformats.org/officeDocument/2006/relationships/slide" Target="slide64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63-2.jpg"/><Relationship Id="rId5" Type="http://schemas.openxmlformats.org/officeDocument/2006/relationships/image" Target="../media/image-63-3.jp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6" Type="http://schemas.openxmlformats.org/officeDocument/2006/relationships/slide" Target="slide63.xml"/><Relationship Id="rId8" Type="http://schemas.openxmlformats.org/officeDocument/2006/relationships/slide" Target="slide6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64-1.jpg"/><Relationship Id="rId2" Type="http://schemas.openxmlformats.org/officeDocument/2006/relationships/image" Target="../media/image-17-2.png"/><Relationship Id="rId3" Type="http://schemas.openxmlformats.org/officeDocument/2006/relationships/video" Target="../media/media-64-3.mp4"/><Relationship Id="rId4" Type="http://schemas.microsoft.com/office/2007/relationships/media" Target="../media/media-64-3.mp4"/><Relationship Id="rId5" Type="http://schemas.openxmlformats.org/officeDocument/2006/relationships/image" Target="../media/image-64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4" Type="http://schemas.openxmlformats.org/officeDocument/2006/relationships/slide" Target="slide63.xml"/><Relationship Id="rId6" Type="http://schemas.openxmlformats.org/officeDocument/2006/relationships/slide" Target="slide6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5-1.jpg"/><Relationship Id="rId2" Type="http://schemas.openxmlformats.org/officeDocument/2006/relationships/image" Target="../media/image-65-2.jpg"/><Relationship Id="rId3" Type="http://schemas.openxmlformats.org/officeDocument/2006/relationships/image" Target="../media/image-65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5" Type="http://schemas.openxmlformats.org/officeDocument/2006/relationships/slide" Target="slide63.xml"/><Relationship Id="rId7" Type="http://schemas.openxmlformats.org/officeDocument/2006/relationships/slide" Target="slide63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6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6" Type="http://schemas.openxmlformats.org/officeDocument/2006/relationships/slide" Target="slide63.xml"/><Relationship Id="rId8" Type="http://schemas.openxmlformats.org/officeDocument/2006/relationships/slide" Target="slide6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67-1.jpg"/><Relationship Id="rId2" Type="http://schemas.openxmlformats.org/officeDocument/2006/relationships/image" Target="../media/image-67-2.jpg"/><Relationship Id="rId3" Type="http://schemas.openxmlformats.org/officeDocument/2006/relationships/image" Target="../media/image-67-3.jpg"/><Relationship Id="rId4" Type="http://schemas.openxmlformats.org/officeDocument/2006/relationships/image" Target="../media/image-67-4.jpg"/><Relationship Id="rId5" Type="http://schemas.openxmlformats.org/officeDocument/2006/relationships/image" Target="../media/image-67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4" Type="http://schemas.openxmlformats.org/officeDocument/2006/relationships/slide" Target="slide69.xml"/><Relationship Id="rId5" Type="http://schemas.openxmlformats.org/officeDocument/2006/relationships/slide" Target="slide69.xml"/><Relationship Id="rId6" Type="http://schemas.openxmlformats.org/officeDocument/2006/relationships/slide" Target="slide6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68-2.png"/><Relationship Id="rId3" Type="http://schemas.openxmlformats.org/officeDocument/2006/relationships/image" Target="../media/image-68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4" Type="http://schemas.openxmlformats.org/officeDocument/2006/relationships/slide" Target="slide68.xml"/><Relationship Id="rId6" Type="http://schemas.openxmlformats.org/officeDocument/2006/relationships/slide" Target="slide6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9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6" Type="http://schemas.openxmlformats.org/officeDocument/2006/relationships/slide" Target="slide68.xml"/><Relationship Id="rId8" Type="http://schemas.openxmlformats.org/officeDocument/2006/relationships/slide" Target="slide68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70-1.jpg"/><Relationship Id="rId2" Type="http://schemas.openxmlformats.org/officeDocument/2006/relationships/image" Target="../media/image-70-2.jpg"/><Relationship Id="rId3" Type="http://schemas.openxmlformats.org/officeDocument/2006/relationships/image" Target="../media/image-70-3.jpg"/><Relationship Id="rId4" Type="http://schemas.openxmlformats.org/officeDocument/2006/relationships/image" Target="../media/image-70-4.jpg"/><Relationship Id="rId5" Type="http://schemas.openxmlformats.org/officeDocument/2006/relationships/image" Target="../media/image-70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1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6" Type="http://schemas.openxmlformats.org/officeDocument/2006/relationships/slide" Target="slide71.xml"/><Relationship Id="rId8" Type="http://schemas.openxmlformats.org/officeDocument/2006/relationships/slide" Target="slide71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72-1.jpg"/><Relationship Id="rId2" Type="http://schemas.openxmlformats.org/officeDocument/2006/relationships/image" Target="../media/image-17-2.png"/><Relationship Id="rId3" Type="http://schemas.openxmlformats.org/officeDocument/2006/relationships/video" Target="../media/media-12-9.mp4"/><Relationship Id="rId4" Type="http://schemas.microsoft.com/office/2007/relationships/media" Target="../media/media-12-9.mp4"/><Relationship Id="rId5" Type="http://schemas.openxmlformats.org/officeDocument/2006/relationships/image" Target="../media/image-72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5" Type="http://schemas.openxmlformats.org/officeDocument/2006/relationships/slide" Target="slide71.xml"/><Relationship Id="rId7" Type="http://schemas.openxmlformats.org/officeDocument/2006/relationships/slide" Target="slide7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73-1.jpg"/><Relationship Id="rId2" Type="http://schemas.openxmlformats.org/officeDocument/2006/relationships/image" Target="../media/image-73-2.jpg"/><Relationship Id="rId3" Type="http://schemas.openxmlformats.org/officeDocument/2006/relationships/image" Target="../media/image-73-3.jpg"/><Relationship Id="rId4" Type="http://schemas.openxmlformats.org/officeDocument/2006/relationships/image" Target="../media/image-7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4" Type="http://schemas.openxmlformats.org/officeDocument/2006/relationships/slide" Target="slide75.xml"/><Relationship Id="rId5" Type="http://schemas.openxmlformats.org/officeDocument/2006/relationships/slide" Target="slide75.xml"/><Relationship Id="rId6" Type="http://schemas.openxmlformats.org/officeDocument/2006/relationships/slide" Target="slide7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5" Type="http://schemas.openxmlformats.org/officeDocument/2006/relationships/slide" Target="slide74.xml"/><Relationship Id="rId7" Type="http://schemas.openxmlformats.org/officeDocument/2006/relationships/slide" Target="slide74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75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4" Type="http://schemas.openxmlformats.org/officeDocument/2006/relationships/slide" Target="slide74.xml"/><Relationship Id="rId6" Type="http://schemas.openxmlformats.org/officeDocument/2006/relationships/slide" Target="slide7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76-1.jpg"/><Relationship Id="rId2" Type="http://schemas.openxmlformats.org/officeDocument/2006/relationships/image" Target="../media/image-76-2.jpg"/><Relationship Id="rId3" Type="http://schemas.openxmlformats.org/officeDocument/2006/relationships/image" Target="../media/image-7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4" Type="http://schemas.openxmlformats.org/officeDocument/2006/relationships/slide" Target="slide78.xml"/><Relationship Id="rId5" Type="http://schemas.openxmlformats.org/officeDocument/2006/relationships/slide" Target="slide78.xml"/><Relationship Id="rId6" Type="http://schemas.openxmlformats.org/officeDocument/2006/relationships/slide" Target="slide7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7-2.png"/><Relationship Id="rId3" Type="http://schemas.openxmlformats.org/officeDocument/2006/relationships/image" Target="../media/image-77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4" Type="http://schemas.openxmlformats.org/officeDocument/2006/relationships/slide" Target="slide77.xml"/><Relationship Id="rId6" Type="http://schemas.openxmlformats.org/officeDocument/2006/relationships/slide" Target="slide77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78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5" Type="http://schemas.openxmlformats.org/officeDocument/2006/relationships/slide" Target="slide77.xml"/><Relationship Id="rId7" Type="http://schemas.openxmlformats.org/officeDocument/2006/relationships/slide" Target="slide77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79-1.jpg"/><Relationship Id="rId2" Type="http://schemas.openxmlformats.org/officeDocument/2006/relationships/image" Target="../media/image-79-2.jpg"/><Relationship Id="rId3" Type="http://schemas.openxmlformats.org/officeDocument/2006/relationships/image" Target="../media/image-79-3.jpg"/><Relationship Id="rId4" Type="http://schemas.openxmlformats.org/officeDocument/2006/relationships/image" Target="../media/image-7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81.xml"/><Relationship Id="rId12" Type="http://schemas.openxmlformats.org/officeDocument/2006/relationships/slide" Target="slide84.xml"/><Relationship Id="rId14" Type="http://schemas.openxmlformats.org/officeDocument/2006/relationships/slide" Target="slide87.xml"/><Relationship Id="rId1" Type="http://schemas.openxmlformats.org/officeDocument/2006/relationships/image" Target="../media/image-80-1.jpg"/><Relationship Id="rId2" Type="http://schemas.openxmlformats.org/officeDocument/2006/relationships/image" Target="../media/image-80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4" Type="http://schemas.openxmlformats.org/officeDocument/2006/relationships/slide" Target="slide82.xml"/><Relationship Id="rId5" Type="http://schemas.openxmlformats.org/officeDocument/2006/relationships/slide" Target="slide82.xml"/><Relationship Id="rId6" Type="http://schemas.openxmlformats.org/officeDocument/2006/relationships/slide" Target="slide82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1-2.png"/><Relationship Id="rId3" Type="http://schemas.openxmlformats.org/officeDocument/2006/relationships/image" Target="../media/image-81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5" Type="http://schemas.openxmlformats.org/officeDocument/2006/relationships/slide" Target="slide81.xml"/><Relationship Id="rId7" Type="http://schemas.openxmlformats.org/officeDocument/2006/relationships/slide" Target="slide8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82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6" Type="http://schemas.openxmlformats.org/officeDocument/2006/relationships/slide" Target="slide81.xml"/><Relationship Id="rId8" Type="http://schemas.openxmlformats.org/officeDocument/2006/relationships/slide" Target="slide81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83-1.jpg"/><Relationship Id="rId2" Type="http://schemas.openxmlformats.org/officeDocument/2006/relationships/image" Target="../media/image-83-2.jpg"/><Relationship Id="rId3" Type="http://schemas.openxmlformats.org/officeDocument/2006/relationships/image" Target="../media/image-83-3.jpg"/><Relationship Id="rId4" Type="http://schemas.openxmlformats.org/officeDocument/2006/relationships/image" Target="../media/image-83-4.jpg"/><Relationship Id="rId5" Type="http://schemas.openxmlformats.org/officeDocument/2006/relationships/image" Target="../media/image-83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4" Type="http://schemas.openxmlformats.org/officeDocument/2006/relationships/slide" Target="slide85.xml"/><Relationship Id="rId5" Type="http://schemas.openxmlformats.org/officeDocument/2006/relationships/slide" Target="slide85.xml"/><Relationship Id="rId6" Type="http://schemas.openxmlformats.org/officeDocument/2006/relationships/slide" Target="slide8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4-2.png"/><Relationship Id="rId3" Type="http://schemas.openxmlformats.org/officeDocument/2006/relationships/image" Target="../media/image-84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4" Type="http://schemas.openxmlformats.org/officeDocument/2006/relationships/slide" Target="slide84.xml"/><Relationship Id="rId6" Type="http://schemas.openxmlformats.org/officeDocument/2006/relationships/slide" Target="slide8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85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4" Type="http://schemas.openxmlformats.org/officeDocument/2006/relationships/slide" Target="slide84.xml"/><Relationship Id="rId6" Type="http://schemas.openxmlformats.org/officeDocument/2006/relationships/slide" Target="slide8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86-1.jpg"/><Relationship Id="rId2" Type="http://schemas.openxmlformats.org/officeDocument/2006/relationships/image" Target="../media/image-86-2.jpg"/><Relationship Id="rId3" Type="http://schemas.openxmlformats.org/officeDocument/2006/relationships/image" Target="../media/image-8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4" Type="http://schemas.openxmlformats.org/officeDocument/2006/relationships/slide" Target="slide88.xml"/><Relationship Id="rId5" Type="http://schemas.openxmlformats.org/officeDocument/2006/relationships/slide" Target="slide88.xml"/><Relationship Id="rId6" Type="http://schemas.openxmlformats.org/officeDocument/2006/relationships/slide" Target="slide8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7-2.png"/><Relationship Id="rId3" Type="http://schemas.openxmlformats.org/officeDocument/2006/relationships/image" Target="../media/image-87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5" Type="http://schemas.openxmlformats.org/officeDocument/2006/relationships/slide" Target="slide87.xml"/><Relationship Id="rId7" Type="http://schemas.openxmlformats.org/officeDocument/2006/relationships/slide" Target="slide87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88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slide" Target="slide87.xml"/><Relationship Id="rId5" Type="http://schemas.openxmlformats.org/officeDocument/2006/relationships/slide" Target="slide87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89-1.jpg"/><Relationship Id="rId2" Type="http://schemas.openxmlformats.org/officeDocument/2006/relationships/image" Target="../media/image-89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90-1.jpg"/><Relationship Id="rId2" Type="http://schemas.openxmlformats.org/officeDocument/2006/relationships/image" Target="../media/image-90-2.jpg"/><Relationship Id="rId3" Type="http://schemas.openxmlformats.org/officeDocument/2006/relationships/image" Target="../media/image-90-3.jpg"/><Relationship Id="rId4" Type="http://schemas.openxmlformats.org/officeDocument/2006/relationships/image" Target="../media/image-90-4.jpg"/><Relationship Id="rId5" Type="http://schemas.openxmlformats.org/officeDocument/2006/relationships/image" Target="../media/image-90-5.jpg"/><Relationship Id="rId6" Type="http://schemas.openxmlformats.org/officeDocument/2006/relationships/image" Target="../media/image-90-6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36" Type="http://schemas.openxmlformats.org/officeDocument/2006/relationships/slide" Target="slide13.xml"/><Relationship Id="rId38" Type="http://schemas.openxmlformats.org/officeDocument/2006/relationships/slide" Target="slide13.xml"/><Relationship Id="rId39" Type="http://schemas.openxmlformats.org/officeDocument/2006/relationships/slide" Target="slide14.xml"/><Relationship Id="rId41" Type="http://schemas.openxmlformats.org/officeDocument/2006/relationships/slide" Target="slide14.xml"/><Relationship Id="rId43" Type="http://schemas.openxmlformats.org/officeDocument/2006/relationships/slide" Target="slide16.xml"/><Relationship Id="rId45" Type="http://schemas.openxmlformats.org/officeDocument/2006/relationships/slide" Target="slide46.xml"/><Relationship Id="rId47" Type="http://schemas.openxmlformats.org/officeDocument/2006/relationships/slide" Target="slide19.xml"/><Relationship Id="rId49" Type="http://schemas.openxmlformats.org/officeDocument/2006/relationships/slide" Target="slide31.xml"/><Relationship Id="rId51" Type="http://schemas.openxmlformats.org/officeDocument/2006/relationships/slide" Target="slide25.xml"/><Relationship Id="rId53" Type="http://schemas.openxmlformats.org/officeDocument/2006/relationships/slide" Target="slide22.xml"/><Relationship Id="rId55" Type="http://schemas.openxmlformats.org/officeDocument/2006/relationships/slide" Target="slide81.xml"/><Relationship Id="rId57" Type="http://schemas.openxmlformats.org/officeDocument/2006/relationships/slide" Target="slide68.xml"/><Relationship Id="rId59" Type="http://schemas.openxmlformats.org/officeDocument/2006/relationships/slide" Target="slide59.xml"/><Relationship Id="rId61" Type="http://schemas.openxmlformats.org/officeDocument/2006/relationships/slide" Target="slide53.xml"/><Relationship Id="rId63" Type="http://schemas.openxmlformats.org/officeDocument/2006/relationships/slide" Target="slide56.xml"/><Relationship Id="rId65" Type="http://schemas.openxmlformats.org/officeDocument/2006/relationships/slide" Target="slide74.xml"/><Relationship Id="rId67" Type="http://schemas.openxmlformats.org/officeDocument/2006/relationships/slide" Target="slide84.xml"/><Relationship Id="rId69" Type="http://schemas.openxmlformats.org/officeDocument/2006/relationships/slide" Target="slide77.xml"/><Relationship Id="rId71" Type="http://schemas.openxmlformats.org/officeDocument/2006/relationships/slide" Target="slide87.xml"/><Relationship Id="rId1" Type="http://schemas.openxmlformats.org/officeDocument/2006/relationships/image" Target="../media/image-14-34.png"/><Relationship Id="rId2" Type="http://schemas.openxmlformats.org/officeDocument/2006/relationships/image" Target="../media/image-14-32.png"/><Relationship Id="rId3" Type="http://schemas.openxmlformats.org/officeDocument/2006/relationships/image" Target="../media/image-14-12.png"/><Relationship Id="rId4" Type="http://schemas.openxmlformats.org/officeDocument/2006/relationships/image" Target="../media/image-14-6.png"/><Relationship Id="rId5" Type="http://schemas.openxmlformats.org/officeDocument/2006/relationships/image" Target="../media/image-14-2.png"/><Relationship Id="rId6" Type="http://schemas.openxmlformats.org/officeDocument/2006/relationships/image" Target="../media/image-14-10.png"/><Relationship Id="rId7" Type="http://schemas.openxmlformats.org/officeDocument/2006/relationships/image" Target="../media/image-14-4.png"/><Relationship Id="rId8" Type="http://schemas.openxmlformats.org/officeDocument/2006/relationships/image" Target="../media/image-14-24.png"/><Relationship Id="rId9" Type="http://schemas.openxmlformats.org/officeDocument/2006/relationships/image" Target="../media/image-14-26.png"/><Relationship Id="rId10" Type="http://schemas.openxmlformats.org/officeDocument/2006/relationships/image" Target="../media/image-14-8.png"/><Relationship Id="rId11" Type="http://schemas.openxmlformats.org/officeDocument/2006/relationships/image" Target="../media/image-14-15.png"/><Relationship Id="rId12" Type="http://schemas.openxmlformats.org/officeDocument/2006/relationships/image" Target="../media/image-91-12.png"/><Relationship Id="rId13" Type="http://schemas.openxmlformats.org/officeDocument/2006/relationships/image" Target="../media/image-91-13.png"/><Relationship Id="rId14" Type="http://schemas.openxmlformats.org/officeDocument/2006/relationships/image" Target="../media/image-91-14.png"/><Relationship Id="rId15" Type="http://schemas.openxmlformats.org/officeDocument/2006/relationships/image" Target="../media/image-91-15.png"/><Relationship Id="rId16" Type="http://schemas.openxmlformats.org/officeDocument/2006/relationships/image" Target="../media/image-91-16.png"/><Relationship Id="rId17" Type="http://schemas.openxmlformats.org/officeDocument/2006/relationships/image" Target="../media/image-91-17.png"/><Relationship Id="rId18" Type="http://schemas.openxmlformats.org/officeDocument/2006/relationships/image" Target="../media/image-91-18.png"/><Relationship Id="rId19" Type="http://schemas.openxmlformats.org/officeDocument/2006/relationships/image" Target="../media/image-91-19.png"/><Relationship Id="rId20" Type="http://schemas.openxmlformats.org/officeDocument/2006/relationships/image" Target="../media/image-91-20.png"/><Relationship Id="rId21" Type="http://schemas.openxmlformats.org/officeDocument/2006/relationships/image" Target="../media/image-91-21.png"/><Relationship Id="rId22" Type="http://schemas.openxmlformats.org/officeDocument/2006/relationships/image" Target="../media/image-14-17.png"/><Relationship Id="rId23" Type="http://schemas.openxmlformats.org/officeDocument/2006/relationships/image" Target="../media/image-14-29.png"/><Relationship Id="rId24" Type="http://schemas.openxmlformats.org/officeDocument/2006/relationships/image" Target="../media/image-91-24.png"/><Relationship Id="rId25" Type="http://schemas.openxmlformats.org/officeDocument/2006/relationships/image" Target="../media/image-91-25.png"/><Relationship Id="rId26" Type="http://schemas.openxmlformats.org/officeDocument/2006/relationships/image" Target="../media/image-91-26.png"/><Relationship Id="rId27" Type="http://schemas.openxmlformats.org/officeDocument/2006/relationships/image" Target="../media/image-91-27.png"/><Relationship Id="rId28" Type="http://schemas.openxmlformats.org/officeDocument/2006/relationships/image" Target="../media/image-91-28.png"/><Relationship Id="rId29" Type="http://schemas.openxmlformats.org/officeDocument/2006/relationships/image" Target="../media/image-14-21.png"/><Relationship Id="rId30" Type="http://schemas.openxmlformats.org/officeDocument/2006/relationships/image" Target="../media/image-14-19.png"/><Relationship Id="rId31" Type="http://schemas.openxmlformats.org/officeDocument/2006/relationships/image" Target="../media/image-91-31.png"/><Relationship Id="rId32" Type="http://schemas.openxmlformats.org/officeDocument/2006/relationships/image" Target="../media/image-91-32.png"/><Relationship Id="rId33" Type="http://schemas.openxmlformats.org/officeDocument/2006/relationships/image" Target="../media/image-91-33.png"/><Relationship Id="rId34" Type="http://schemas.openxmlformats.org/officeDocument/2006/relationships/image" Target="../media/image-91-34.png"/><Relationship Id="rId35" Type="http://schemas.openxmlformats.org/officeDocument/2006/relationships/image" Target="../media/image-91-35.png"/><Relationship Id="rId37" Type="http://schemas.openxmlformats.org/officeDocument/2006/relationships/image" Target="../media/image-3-4.png"/><Relationship Id="rId40" Type="http://schemas.openxmlformats.org/officeDocument/2006/relationships/image" Target="../media/image-3-4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3-4.png"/><Relationship Id="rId48" Type="http://schemas.openxmlformats.org/officeDocument/2006/relationships/image" Target="../media/image-3-4.png"/><Relationship Id="rId50" Type="http://schemas.openxmlformats.org/officeDocument/2006/relationships/image" Target="../media/image-3-4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3-4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3-4.png"/><Relationship Id="rId64" Type="http://schemas.openxmlformats.org/officeDocument/2006/relationships/image" Target="../media/image-3-4.png"/><Relationship Id="rId66" Type="http://schemas.openxmlformats.org/officeDocument/2006/relationships/image" Target="../media/image-3-4.png"/><Relationship Id="rId68" Type="http://schemas.openxmlformats.org/officeDocument/2006/relationships/image" Target="../media/image-3-4.png"/><Relationship Id="rId70" Type="http://schemas.openxmlformats.org/officeDocument/2006/relationships/image" Target="../media/image-3-4.png"/><Relationship Id="rId72" Type="http://schemas.openxmlformats.org/officeDocument/2006/relationships/slideLayout" Target="../slideLayouts/slideLayout1.xml"/><Relationship Id="rId7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92-1.jpg"/><Relationship Id="rId2" Type="http://schemas.openxmlformats.org/officeDocument/2006/relationships/image" Target="../media/image-92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6" Type="http://schemas.openxmlformats.org/officeDocument/2006/relationships/slide" Target="slide13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1" Type="http://schemas.openxmlformats.org/officeDocument/2006/relationships/slide" Target="slide14.xml"/><Relationship Id="rId1" Type="http://schemas.openxmlformats.org/officeDocument/2006/relationships/image" Target="../media/image-93-1.jpg"/><Relationship Id="rId2" Type="http://schemas.openxmlformats.org/officeDocument/2006/relationships/image" Target="../media/image-93-2.jpg"/><Relationship Id="rId3" Type="http://schemas.openxmlformats.org/officeDocument/2006/relationships/image" Target="../media/image-93-3.jpg"/><Relationship Id="rId4" Type="http://schemas.openxmlformats.org/officeDocument/2006/relationships/image" Target="../media/image-93-4.jpg"/><Relationship Id="rId5" Type="http://schemas.openxmlformats.org/officeDocument/2006/relationships/image" Target="../media/image-93-5.jpg"/><Relationship Id="rId6" Type="http://schemas.openxmlformats.org/officeDocument/2006/relationships/image" Target="../media/image-93-6.jpg"/><Relationship Id="rId7" Type="http://schemas.openxmlformats.org/officeDocument/2006/relationships/image" Target="../media/image-93-7.jpg"/><Relationship Id="rId8" Type="http://schemas.openxmlformats.org/officeDocument/2006/relationships/image" Target="../media/image-93-8.jpg"/><Relationship Id="rId9" Type="http://schemas.openxmlformats.org/officeDocument/2006/relationships/image" Target="../media/image-93-9.jpg"/><Relationship Id="rId10" Type="http://schemas.openxmlformats.org/officeDocument/2006/relationships/image" Target="../media/image-93-10.jpg"/><Relationship Id="rId11" Type="http://schemas.openxmlformats.org/officeDocument/2006/relationships/image" Target="../media/image-93-11.jpg"/><Relationship Id="rId12" Type="http://schemas.openxmlformats.org/officeDocument/2006/relationships/image" Target="../media/image-93-12.jpg"/><Relationship Id="rId13" Type="http://schemas.openxmlformats.org/officeDocument/2006/relationships/image" Target="../media/image-93-13.jpg"/><Relationship Id="rId14" Type="http://schemas.openxmlformats.org/officeDocument/2006/relationships/image" Target="../media/image-93-14.jpg"/><Relationship Id="rId15" Type="http://schemas.openxmlformats.org/officeDocument/2006/relationships/image" Target="../media/image-93-15.jpg"/><Relationship Id="rId17" Type="http://schemas.openxmlformats.org/officeDocument/2006/relationships/image" Target="../media/image-3-4.png"/><Relationship Id="rId20" Type="http://schemas.openxmlformats.org/officeDocument/2006/relationships/image" Target="../media/image-3-4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94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g13112da4e6f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01" y="406400"/>
            <a:ext cx="1067098" cy="482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407400" y="5588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APRESENTAÇÃO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09600" y="1143000"/>
            <a:ext cx="6350" cy="105410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74700" y="10922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774700" y="13081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4700" y="15240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74700" y="17399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4700" y="19558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08000" y="2438400"/>
            <a:ext cx="889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spc="-3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Sentimentos</a:t>
            </a:r>
            <a:endParaRPr lang="en-US" sz="15000" dirty="0"/>
          </a:p>
        </p:txBody>
      </p:sp>
      <p:sp>
        <p:nvSpPr>
          <p:cNvPr id="12" name="Text 8"/>
          <p:cNvSpPr txBox="1"/>
          <p:nvPr/>
        </p:nvSpPr>
        <p:spPr>
          <a:xfrm>
            <a:off x="2095500" y="3810000"/>
            <a:ext cx="10096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i="1" spc="-3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 constroem.</a:t>
            </a:r>
            <a:endParaRPr lang="en-US" sz="15000" dirty="0"/>
          </a:p>
        </p:txBody>
      </p:sp>
      <p:sp>
        <p:nvSpPr>
          <p:cNvPr id="13" name="Text 9"/>
          <p:cNvSpPr txBox="1"/>
          <p:nvPr/>
        </p:nvSpPr>
        <p:spPr>
          <a:xfrm>
            <a:off x="9017000" y="1397000"/>
            <a:ext cx="25654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arquitetura e produção integradas, do projeto à montagem.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017000" y="2514600"/>
            <a:ext cx="3810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09600" y="61976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 · SÃO PAULO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ac80f2f313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1" descr="Stap Feel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842" y="2235200"/>
            <a:ext cx="3876316" cy="17526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0" y="4445000"/>
            <a:ext cx="1219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· ARQUITETURA · CENOGRAFIA · PRODUÇÃO · EVENTOS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Retrato de mulher com folha, imagem do manifesto St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77be39d7450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2540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MANIFESTO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84200" y="1079500"/>
            <a:ext cx="5715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Você não é</a:t>
            </a:r>
            <a:endParaRPr lang="en-US" sz="70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2006600"/>
            <a:ext cx="6096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você faz.</a:t>
            </a:r>
            <a:endParaRPr lang="en-US" sz="7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302000"/>
            <a:ext cx="520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é o que você faz as pessoas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571500" y="3683000"/>
            <a:ext cx="8255000" cy="234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80"/>
              </a:lnSpc>
              <a:buNone/>
            </a:pPr>
            <a:r>
              <a:rPr lang="en-US" sz="16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SENTIREM.</a:t>
            </a:r>
            <a:endParaRPr lang="en-US" sz="16500" dirty="0"/>
          </a:p>
        </p:txBody>
      </p:sp>
      <p:sp>
        <p:nvSpPr>
          <p:cNvPr id="10" name="Text 5"/>
          <p:cNvSpPr txBox="1"/>
          <p:nvPr/>
        </p:nvSpPr>
        <p:spPr>
          <a:xfrm>
            <a:off x="609600" y="61595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GOMES, FOUNDER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952500"/>
            <a:ext cx="9525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Escala para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entregar.</a:t>
            </a:r>
            <a:endParaRPr lang="en-US" sz="6500" dirty="0"/>
          </a:p>
        </p:txBody>
      </p:sp>
      <p:sp>
        <p:nvSpPr>
          <p:cNvPr id="5" name="Shape 2"/>
          <p:cNvSpPr/>
          <p:nvPr/>
        </p:nvSpPr>
        <p:spPr>
          <a:xfrm>
            <a:off x="6096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42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34</a:t>
            </a:r>
            <a:endParaRPr lang="en-US" sz="100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anos de história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2672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418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+4.000</a:t>
            </a:r>
            <a:endParaRPr lang="en-US" sz="10000" dirty="0"/>
          </a:p>
        </p:txBody>
      </p:sp>
      <p:sp>
        <p:nvSpPr>
          <p:cNvPr id="10" name="Text 7"/>
          <p:cNvSpPr txBox="1"/>
          <p:nvPr/>
        </p:nvSpPr>
        <p:spPr>
          <a:xfrm>
            <a:off x="42672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projetos realizados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79248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994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</a:t>
            </a:r>
            <a:endParaRPr lang="en-US" sz="10000" dirty="0"/>
          </a:p>
        </p:txBody>
      </p:sp>
      <p:sp>
        <p:nvSpPr>
          <p:cNvPr id="13" name="Text 10"/>
          <p:cNvSpPr txBox="1"/>
          <p:nvPr/>
        </p:nvSpPr>
        <p:spPr>
          <a:xfrm>
            <a:off x="79248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clientes atendidos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6096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42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+500</a:t>
            </a:r>
            <a:endParaRPr lang="en-US" sz="10000" dirty="0"/>
          </a:p>
        </p:txBody>
      </p:sp>
      <p:sp>
        <p:nvSpPr>
          <p:cNvPr id="16" name="Text 13"/>
          <p:cNvSpPr txBox="1"/>
          <p:nvPr/>
        </p:nvSpPr>
        <p:spPr>
          <a:xfrm>
            <a:off x="6096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estandes construídos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42672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1800" y="4660900"/>
            <a:ext cx="3454400" cy="120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20"/>
              </a:lnSpc>
              <a:buNone/>
            </a:pPr>
            <a:r>
              <a:rPr lang="en-US" sz="8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 MIL</a:t>
            </a:r>
            <a:endParaRPr lang="en-US" sz="8500" dirty="0"/>
          </a:p>
        </p:txBody>
      </p:sp>
      <p:sp>
        <p:nvSpPr>
          <p:cNvPr id="19" name="Text 16"/>
          <p:cNvSpPr txBox="1"/>
          <p:nvPr/>
        </p:nvSpPr>
        <p:spPr>
          <a:xfrm>
            <a:off x="42672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m² de área construída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9248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8994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7</a:t>
            </a:r>
            <a:endParaRPr lang="en-US" sz="10000" dirty="0"/>
          </a:p>
        </p:txBody>
      </p:sp>
      <p:sp>
        <p:nvSpPr>
          <p:cNvPr id="22" name="Text 19"/>
          <p:cNvSpPr txBox="1"/>
          <p:nvPr/>
        </p:nvSpPr>
        <p:spPr>
          <a:xfrm>
            <a:off x="79248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montagens simultâneas no Circuito Agro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5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7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0"/>
            <a:ext cx="381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</a:t>
            </a:r>
            <a:endParaRPr lang="en-US" sz="12500" dirty="0"/>
          </a:p>
        </p:txBody>
      </p:sp>
      <p:sp>
        <p:nvSpPr>
          <p:cNvPr id="4" name="Text 1"/>
          <p:cNvSpPr txBox="1"/>
          <p:nvPr/>
        </p:nvSpPr>
        <p:spPr>
          <a:xfrm>
            <a:off x="603885" y="1524000"/>
            <a:ext cx="815848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0"/>
              </a:lnSpc>
              <a:buNone/>
            </a:pPr>
            <a:r>
              <a:rPr lang="en-US" sz="3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RENDER</a:t>
            </a:r>
            <a:endParaRPr lang="en-US" sz="3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016500"/>
            <a:ext cx="6985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8255000" y="5397500"/>
            <a:ext cx="3327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que a gente desenha é o que você encontra no dia. Do traço ao estande montado, com o mesmo time.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9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1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635000"/>
            <a:ext cx="444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DO RENDER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3683000" y="673100"/>
            <a:ext cx="444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7500" dirty="0"/>
          </a:p>
        </p:txBody>
      </p:sp>
      <p:sp>
        <p:nvSpPr>
          <p:cNvPr id="5" name="Text 2"/>
          <p:cNvSpPr txBox="1"/>
          <p:nvPr/>
        </p:nvSpPr>
        <p:spPr>
          <a:xfrm>
            <a:off x="6731000" y="1498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AGRISHOW 2024</a:t>
            </a:r>
            <a:endParaRPr lang="en-US" sz="1200" dirty="0"/>
          </a:p>
        </p:txBody>
      </p:sp>
      <p:pic>
        <p:nvPicPr>
          <p:cNvPr id="6" name="Image 1" descr="Render 3D do estande Grunner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032000"/>
            <a:ext cx="10160000" cy="4451350"/>
          </a:xfrm>
          <a:prstGeom prst="rect">
            <a:avLst/>
          </a:prstGeom>
        </p:spPr>
      </p:pic>
      <p:pic>
        <p:nvPicPr>
          <p:cNvPr id="7" name="Image 2" descr="Estande Grunner montado na Agri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32000"/>
            <a:ext cx="5080000" cy="445135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89650" y="2032000"/>
            <a:ext cx="12700" cy="445135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1168400" y="2184400"/>
            <a:ext cx="6350" cy="213360"/>
          </a:xfrm>
          <a:prstGeom prst="rect">
            <a:avLst/>
          </a:prstGeom>
          <a:solidFill>
            <a:srgbClr val="07111F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0287000" y="2184400"/>
            <a:ext cx="6350" cy="213360"/>
          </a:xfrm>
          <a:prstGeom prst="rect">
            <a:avLst/>
          </a:prstGeom>
          <a:solidFill>
            <a:srgbClr val="EEE9E1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REAL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571500"/>
            <a:ext cx="481965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 QUE VOCÊ</a:t>
            </a:r>
            <a:endParaRPr lang="en-US" sz="12500" dirty="0"/>
          </a:p>
        </p:txBody>
      </p:sp>
      <p:pic>
        <p:nvPicPr>
          <p:cNvPr id="4" name="Image 0" descr="Render 3D do estande Grunner na Agri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0" y="386657"/>
            <a:ext cx="3295650" cy="16777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55000" y="571500"/>
            <a:ext cx="34798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APROVA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558800" y="2673350"/>
            <a:ext cx="4800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o que vai</a:t>
            </a:r>
            <a:endParaRPr lang="en-US" sz="9750" dirty="0"/>
          </a:p>
        </p:txBody>
      </p:sp>
      <p:pic>
        <p:nvPicPr>
          <p:cNvPr id="7" name="Image 1" descr="Estande Grunner montado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2546350"/>
            <a:ext cx="2660650" cy="149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80400" y="2673350"/>
            <a:ext cx="32639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existir.</a:t>
            </a:r>
            <a:endParaRPr lang="en-US" sz="9750" dirty="0"/>
          </a:p>
        </p:txBody>
      </p:sp>
      <p:sp>
        <p:nvSpPr>
          <p:cNvPr id="9" name="Text 5"/>
          <p:cNvSpPr txBox="1"/>
          <p:nvPr/>
        </p:nvSpPr>
        <p:spPr>
          <a:xfrm>
            <a:off x="5429250" y="21272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 3D · GRUNNER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29250" y="41338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MONTADO · AGRISHOW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096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096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ARQUITETURA IN HOUSE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96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que já nasce pensando na montagem, no prazo e no custo.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2672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2672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PRODUÇÃO INTEGRADA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2672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e produção conduzidas pelo mesmo time, do projeto à montagem.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9248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9248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UM TIME SÓ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79248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fala com as mesmas pessoas do briefing à desmontagem.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825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fazemos</a:t>
            </a:r>
            <a:endParaRPr lang="en-US" sz="8500" dirty="0"/>
          </a:p>
        </p:txBody>
      </p:sp>
      <p:sp>
        <p:nvSpPr>
          <p:cNvPr id="4" name="Text 2"/>
          <p:cNvSpPr txBox="1"/>
          <p:nvPr/>
        </p:nvSpPr>
        <p:spPr>
          <a:xfrm>
            <a:off x="8737600" y="762000"/>
            <a:ext cx="28448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frentes e um time só. Você fala com as mesmas pessoas do briefing à desmontagem.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20574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44600" y="18923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Design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arquitetura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244600" y="24638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e projeto que já nascem pensando na obra, no prazo e no custo. Arquitetura in house, com mais sinergia entre conceito e execução.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44600" y="29845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de espaço · Arquitetura de estandes · Projeto 3D e render · Projeto executivo · Ambientes corporativos</a:t>
            </a:r>
            <a:endParaRPr lang="en-US" sz="1200" dirty="0"/>
          </a:p>
        </p:txBody>
      </p:sp>
      <p:pic>
        <p:nvPicPr>
          <p:cNvPr id="10" name="Image 0" descr="/tmp/claude-0/-home-claude/8e1ee178-3aa5-5bd7-bb29-abd60da1bf1a/scratchpad/pptx/img/06968eb861a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6400" y="1930400"/>
            <a:ext cx="2286000" cy="13589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600" y="34417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9600" y="37211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244600" y="35560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montagem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1244600" y="41275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Estruturas inovadoras, modernas e seguras, criadas para cada projeto. A gente constrói o que projetou e entrega o que o 3D prometeu.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244600" y="46482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· Produção própria · Marcenaria e estruturas · Logística entre cidades · Montagem e desmontagem</a:t>
            </a:r>
            <a:endParaRPr lang="en-US" sz="1200" dirty="0"/>
          </a:p>
        </p:txBody>
      </p:sp>
      <p:pic>
        <p:nvPicPr>
          <p:cNvPr id="16" name="Image 1" descr="/tmp/claude-0/-home-claude/8e1ee178-3aa5-5bd7-bb29-abd60da1bf1a/scratchpad/pptx/img/92bbea60d7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6400" y="3594100"/>
            <a:ext cx="2286000" cy="13589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600" y="5105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09600" y="53848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244600" y="52197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Comunicação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eventos</a:t>
            </a:r>
            <a:endParaRPr lang="en-US" sz="3800" dirty="0"/>
          </a:p>
        </p:txBody>
      </p:sp>
      <p:sp>
        <p:nvSpPr>
          <p:cNvPr id="20" name="Text 16"/>
          <p:cNvSpPr txBox="1"/>
          <p:nvPr/>
        </p:nvSpPr>
        <p:spPr>
          <a:xfrm>
            <a:off x="1244600" y="57912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em live marketing, com entregas inteligentes e personalizadas para cada projeto, do conceito à operação no dia.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244600" y="63119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Live marketing · Convenções e lançamentos · Brand experience · Conteúdo e audiovisual · Ativações</a:t>
            </a:r>
            <a:endParaRPr lang="en-US" sz="1200" dirty="0"/>
          </a:p>
        </p:txBody>
      </p:sp>
      <p:pic>
        <p:nvPicPr>
          <p:cNvPr id="22" name="Image 2" descr="/tmp/claude-0/-home-claude/8e1ee178-3aa5-5bd7-bb29-abd60da1bf1a/scratchpad/pptx/img/4d93d8c8fa6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0" y="5257800"/>
            <a:ext cx="2286000" cy="13589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9600" y="67691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24" name="Shape 19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406400"/>
            <a:ext cx="1079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ideia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impacto.</a:t>
            </a:r>
            <a:endParaRPr lang="en-US" sz="8500" dirty="0"/>
          </a:p>
        </p:txBody>
      </p:sp>
      <p:sp>
        <p:nvSpPr>
          <p:cNvPr id="4" name="Text 1"/>
          <p:cNvSpPr txBox="1"/>
          <p:nvPr/>
        </p:nvSpPr>
        <p:spPr>
          <a:xfrm>
            <a:off x="609600" y="1714500"/>
            <a:ext cx="7620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Cada projeto segue a mesma jornada, com controle de cada etapa.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09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55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BRIEFING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Mergulho no universo do cliente: desafios, objetivos, público e contexto.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384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384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5500" dirty="0"/>
          </a:p>
        </p:txBody>
      </p:sp>
      <p:sp>
        <p:nvSpPr>
          <p:cNvPr id="11" name="Text 8"/>
          <p:cNvSpPr txBox="1"/>
          <p:nvPr/>
        </p:nvSpPr>
        <p:spPr>
          <a:xfrm>
            <a:off x="24384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PLANEJAMENTO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24384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rota com lógica e propósito: comportamento, território da marca e oportunidades.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672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672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5500" dirty="0"/>
          </a:p>
        </p:txBody>
      </p:sp>
      <p:sp>
        <p:nvSpPr>
          <p:cNvPr id="15" name="Text 12"/>
          <p:cNvSpPr txBox="1"/>
          <p:nvPr/>
        </p:nvSpPr>
        <p:spPr>
          <a:xfrm>
            <a:off x="42672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CRIAÇÃO</a:t>
            </a:r>
            <a:endParaRPr lang="en-US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42672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Estratégia, design e conceito em soluções de experiência, forma e fluxo.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960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960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04</a:t>
            </a:r>
            <a:endParaRPr lang="en-US" sz="5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CONTROLE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60960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Prazos, custos, qualidade e segurança técnica de cada material.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248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9248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05</a:t>
            </a:r>
            <a:endParaRPr lang="en-US" sz="5500" dirty="0"/>
          </a:p>
        </p:txBody>
      </p:sp>
      <p:sp>
        <p:nvSpPr>
          <p:cNvPr id="23" name="Text 20"/>
          <p:cNvSpPr txBox="1"/>
          <p:nvPr/>
        </p:nvSpPr>
        <p:spPr>
          <a:xfrm>
            <a:off x="79248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OPERAÇÃO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79248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Relatórios diários, montagem e gestão da operação junto aos fornecedores.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53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753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06</a:t>
            </a:r>
            <a:endParaRPr lang="en-US" sz="5500" dirty="0"/>
          </a:p>
        </p:txBody>
      </p:sp>
      <p:sp>
        <p:nvSpPr>
          <p:cNvPr id="27" name="Text 24"/>
          <p:cNvSpPr txBox="1"/>
          <p:nvPr/>
        </p:nvSpPr>
        <p:spPr>
          <a:xfrm>
            <a:off x="9753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MÉTRICAS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9753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Medição de impacto e aprendizados para a próxima entrega.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1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3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Onde somos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especialistas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Dois setores em que a Stap tem hub próprio e time especializado.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841500"/>
            <a:ext cx="5384800" cy="45339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84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FEIRAS · DIAS DE CAMPO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3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</a:t>
            </a:r>
            <a:endParaRPr lang="en-US" sz="13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 de feira, dias de campo e encontros que falam a língua do produtor.</a:t>
            </a:r>
            <a:endParaRPr lang="en-US" sz="1300" dirty="0"/>
          </a:p>
        </p:txBody>
      </p:sp>
      <p:pic>
        <p:nvPicPr>
          <p:cNvPr id="10" name="Image 0" descr="fm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41021"/>
            <a:ext cx="825500" cy="278158"/>
          </a:xfrm>
          <a:prstGeom prst="rect">
            <a:avLst/>
          </a:prstGeom>
        </p:spPr>
      </p:pic>
      <p:pic>
        <p:nvPicPr>
          <p:cNvPr id="11" name="Image 1" descr="corte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5786451"/>
            <a:ext cx="825500" cy="187298"/>
          </a:xfrm>
          <a:prstGeom prst="rect">
            <a:avLst/>
          </a:prstGeom>
        </p:spPr>
      </p:pic>
      <p:pic>
        <p:nvPicPr>
          <p:cNvPr id="12" name="Image 2" descr="bas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5719856"/>
            <a:ext cx="825500" cy="320488"/>
          </a:xfrm>
          <a:prstGeom prst="rect">
            <a:avLst/>
          </a:prstGeom>
        </p:spPr>
      </p:pic>
      <p:pic>
        <p:nvPicPr>
          <p:cNvPr id="13" name="Image 3" descr="v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550" y="5715000"/>
            <a:ext cx="330200" cy="330200"/>
          </a:xfrm>
          <a:prstGeom prst="rect">
            <a:avLst/>
          </a:prstGeom>
        </p:spPr>
      </p:pic>
      <p:pic>
        <p:nvPicPr>
          <p:cNvPr id="14" name="Image 4" descr="fo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5716558"/>
            <a:ext cx="825500" cy="327085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6197600" y="1841500"/>
            <a:ext cx="5384800" cy="45339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6502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02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7772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FESTIVAIS · LANÇAMENTOS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451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</a:t>
            </a:r>
            <a:endParaRPr lang="en-US" sz="13000" dirty="0"/>
          </a:p>
        </p:txBody>
      </p:sp>
      <p:sp>
        <p:nvSpPr>
          <p:cNvPr id="19" name="Text 12"/>
          <p:cNvSpPr txBox="1"/>
          <p:nvPr/>
        </p:nvSpPr>
        <p:spPr>
          <a:xfrm>
            <a:off x="6502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Estandes, festivais, pistas de test-drive e lançamentos de modelo.</a:t>
            </a:r>
            <a:endParaRPr lang="en-US" sz="1300" dirty="0"/>
          </a:p>
        </p:txBody>
      </p:sp>
      <p:pic>
        <p:nvPicPr>
          <p:cNvPr id="20" name="Image 5" descr="v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0050" y="5715000"/>
            <a:ext cx="330200" cy="330200"/>
          </a:xfrm>
          <a:prstGeom prst="rect">
            <a:avLst/>
          </a:prstGeom>
        </p:spPr>
      </p:pic>
      <p:pic>
        <p:nvPicPr>
          <p:cNvPr id="21" name="Image 6" descr="toyot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00" y="5795433"/>
            <a:ext cx="825500" cy="169333"/>
          </a:xfrm>
          <a:prstGeom prst="rect">
            <a:avLst/>
          </a:prstGeom>
        </p:spPr>
      </p:pic>
      <p:pic>
        <p:nvPicPr>
          <p:cNvPr id="22" name="Image 7" descr="ducat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5533" y="5715000"/>
            <a:ext cx="309235" cy="330200"/>
          </a:xfrm>
          <a:prstGeom prst="rect">
            <a:avLst/>
          </a:prstGeom>
        </p:spPr>
      </p:pic>
      <p:pic>
        <p:nvPicPr>
          <p:cNvPr id="23" name="Image 8" descr="harle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1206" y="5715000"/>
            <a:ext cx="422888" cy="330200"/>
          </a:xfrm>
          <a:prstGeom prst="rect">
            <a:avLst/>
          </a:prstGeom>
        </p:spPr>
      </p:pic>
      <p:pic>
        <p:nvPicPr>
          <p:cNvPr id="24" name="Image 9" descr="petrona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12400" y="5715731"/>
            <a:ext cx="825500" cy="328739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7" name="Image 10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9" name="Image 11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PROJETOS EM DESTAQUE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8890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Experiências que </a:t>
            </a:r>
            <a:pPr algn="l" indent="0" marL="0">
              <a:lnSpc>
                <a:spcPts val="6240"/>
              </a:lnSpc>
              <a:buNone/>
            </a:pPr>
            <a:r>
              <a:rPr lang="en-US" sz="6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movem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84200" y="16764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e pessoas.</a:t>
            </a:r>
            <a:endParaRPr lang="en-US" sz="60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2730500"/>
            <a:ext cx="2590800" cy="2921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9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1. FESTIVAL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Seis capitais, uma temporada.</a:t>
            </a:r>
            <a:endParaRPr lang="en-US" sz="1300" dirty="0"/>
          </a:p>
        </p:txBody>
      </p:sp>
      <p:pic>
        <p:nvPicPr>
          <p:cNvPr id="7" name="Media 1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03600" y="2730500"/>
            <a:ext cx="2590800" cy="2921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03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2. EVENTO CORPORATIVO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403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Palco, luz e conteúdo para os conselhos.</a:t>
            </a:r>
            <a:endParaRPr lang="en-US" sz="1300" dirty="0"/>
          </a:p>
        </p:txBody>
      </p:sp>
      <p:pic>
        <p:nvPicPr>
          <p:cNvPr id="12" name="Image 1" descr="Case Toyot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7600" y="2730500"/>
            <a:ext cx="2590800" cy="2921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197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3. AUTOMOBILISMO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197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Test-drives e pilotos no autódromo.</a:t>
            </a:r>
            <a:endParaRPr lang="en-US" sz="1300" dirty="0"/>
          </a:p>
        </p:txBody>
      </p:sp>
      <p:pic>
        <p:nvPicPr>
          <p:cNvPr id="11" name="Media 2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91600" y="2730500"/>
            <a:ext cx="2590800" cy="2921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991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4. FEIRA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8991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Luz dourada e fila na porta.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2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3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MENU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1079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Navegue </a:t>
            </a:r>
            <a:pPr algn="l" indent="0" marL="0">
              <a:lnSpc>
                <a:spcPts val="720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onde quiser.</a:t>
            </a:r>
            <a:endParaRPr lang="en-US" sz="7000" dirty="0"/>
          </a:p>
        </p:txBody>
      </p:sp>
      <p:sp>
        <p:nvSpPr>
          <p:cNvPr id="5" name="Shape 2"/>
          <p:cNvSpPr/>
          <p:nvPr/>
        </p:nvSpPr>
        <p:spPr>
          <a:xfrm>
            <a:off x="609600" y="20955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2352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7600" y="21590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Abertura</a:t>
            </a:r>
            <a:endParaRPr lang="en-US" sz="2300" dirty="0"/>
          </a:p>
        </p:txBody>
      </p:sp>
      <p:pic>
        <p:nvPicPr>
          <p:cNvPr id="8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95500"/>
            <a:ext cx="5207000" cy="533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09600" y="26289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09600" y="27686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117600" y="26924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Manifesto</a:t>
            </a:r>
            <a:endParaRPr lang="en-US" sz="2300" dirty="0"/>
          </a:p>
        </p:txBody>
      </p:sp>
      <p:pic>
        <p:nvPicPr>
          <p:cNvPr id="12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628900"/>
            <a:ext cx="5207000" cy="533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09600" y="31623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09600" y="33020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117600" y="32258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Números</a:t>
            </a:r>
            <a:endParaRPr lang="en-US" sz="2300" dirty="0"/>
          </a:p>
        </p:txBody>
      </p:sp>
      <p:pic>
        <p:nvPicPr>
          <p:cNvPr id="16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162300"/>
            <a:ext cx="5207000" cy="5334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600" y="36957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09600" y="38354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1117600" y="37592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 render ao real</a:t>
            </a:r>
            <a:endParaRPr lang="en-US" sz="2300" dirty="0"/>
          </a:p>
        </p:txBody>
      </p:sp>
      <p:pic>
        <p:nvPicPr>
          <p:cNvPr id="20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695700"/>
            <a:ext cx="5207000" cy="5334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9600" y="42291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609600" y="43688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1117600" y="42926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 que fazemos</a:t>
            </a:r>
            <a:endParaRPr lang="en-US" sz="2300" dirty="0"/>
          </a:p>
        </p:txBody>
      </p:sp>
      <p:pic>
        <p:nvPicPr>
          <p:cNvPr id="24" name="Image 5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229100"/>
            <a:ext cx="5207000" cy="5334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09600" y="47625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09600" y="49022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7600" y="48260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Especialistas</a:t>
            </a:r>
            <a:endParaRPr lang="en-US" sz="2300" dirty="0"/>
          </a:p>
        </p:txBody>
      </p:sp>
      <p:pic>
        <p:nvPicPr>
          <p:cNvPr id="28" name="Image 6" descr="Link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4762500"/>
            <a:ext cx="5207000" cy="5334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609600" y="52959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609600" y="54356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100" dirty="0"/>
          </a:p>
        </p:txBody>
      </p:sp>
      <p:sp>
        <p:nvSpPr>
          <p:cNvPr id="31" name="Text 22"/>
          <p:cNvSpPr txBox="1"/>
          <p:nvPr/>
        </p:nvSpPr>
        <p:spPr>
          <a:xfrm>
            <a:off x="1117600" y="53594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Projetos em destaque</a:t>
            </a:r>
            <a:endParaRPr lang="en-US" sz="2300" dirty="0"/>
          </a:p>
        </p:txBody>
      </p:sp>
      <p:pic>
        <p:nvPicPr>
          <p:cNvPr id="32" name="Image 7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5295900"/>
            <a:ext cx="5207000" cy="5334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09600" y="58293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609600" y="59690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08</a:t>
            </a:r>
            <a:endParaRPr lang="en-US" sz="1100" dirty="0"/>
          </a:p>
        </p:txBody>
      </p:sp>
      <p:sp>
        <p:nvSpPr>
          <p:cNvPr id="35" name="Text 25"/>
          <p:cNvSpPr txBox="1"/>
          <p:nvPr/>
        </p:nvSpPr>
        <p:spPr>
          <a:xfrm>
            <a:off x="1117600" y="58928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 e cases</a:t>
            </a:r>
            <a:endParaRPr lang="en-US" sz="2300" dirty="0"/>
          </a:p>
        </p:txBody>
      </p:sp>
      <p:pic>
        <p:nvPicPr>
          <p:cNvPr id="36" name="Image 8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5829300"/>
            <a:ext cx="5207000" cy="53340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6197600" y="20955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197600" y="22352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09</a:t>
            </a:r>
            <a:endParaRPr lang="en-US" sz="1100" dirty="0"/>
          </a:p>
        </p:txBody>
      </p:sp>
      <p:sp>
        <p:nvSpPr>
          <p:cNvPr id="39" name="Text 28"/>
          <p:cNvSpPr txBox="1"/>
          <p:nvPr/>
        </p:nvSpPr>
        <p:spPr>
          <a:xfrm>
            <a:off x="6705600" y="21590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Agronegócio</a:t>
            </a:r>
            <a:endParaRPr lang="en-US" sz="2300" dirty="0"/>
          </a:p>
        </p:txBody>
      </p:sp>
      <p:pic>
        <p:nvPicPr>
          <p:cNvPr id="40" name="Image 9" descr="Link">
            <a:hlinkClick r:id="rId28" tooltip="" action="ppaction://hlinksldjump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197600" y="2095500"/>
            <a:ext cx="5207000" cy="53340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197600" y="26289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6197600" y="27686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6705600" y="26924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Automotivo</a:t>
            </a:r>
            <a:endParaRPr lang="en-US" sz="2300" dirty="0"/>
          </a:p>
        </p:txBody>
      </p:sp>
      <p:pic>
        <p:nvPicPr>
          <p:cNvPr id="44" name="Image 10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197600" y="2628900"/>
            <a:ext cx="5207000" cy="53340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6197600" y="31623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6197600" y="33020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11</a:t>
            </a:r>
            <a:endParaRPr lang="en-US" sz="1100" dirty="0"/>
          </a:p>
        </p:txBody>
      </p:sp>
      <p:sp>
        <p:nvSpPr>
          <p:cNvPr id="47" name="Text 34"/>
          <p:cNvSpPr txBox="1"/>
          <p:nvPr/>
        </p:nvSpPr>
        <p:spPr>
          <a:xfrm>
            <a:off x="6705600" y="32258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Consumo e varejo</a:t>
            </a:r>
            <a:endParaRPr lang="en-US" sz="2300" dirty="0"/>
          </a:p>
        </p:txBody>
      </p:sp>
      <p:pic>
        <p:nvPicPr>
          <p:cNvPr id="48" name="Image 11" descr="Link">
            <a:hlinkClick r:id="rId34" tooltip="" action="ppaction://hlinksldjump"/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197600" y="3162300"/>
            <a:ext cx="5207000" cy="533400"/>
          </a:xfrm>
          <a:prstGeom prst="rect">
            <a:avLst/>
          </a:prstGeom>
        </p:spPr>
      </p:pic>
      <p:sp>
        <p:nvSpPr>
          <p:cNvPr id="49" name="Shape 35"/>
          <p:cNvSpPr/>
          <p:nvPr/>
        </p:nvSpPr>
        <p:spPr>
          <a:xfrm>
            <a:off x="6197600" y="36957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197600" y="38354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12</a:t>
            </a:r>
            <a:endParaRPr lang="en-US" sz="1100" dirty="0"/>
          </a:p>
        </p:txBody>
      </p:sp>
      <p:sp>
        <p:nvSpPr>
          <p:cNvPr id="51" name="Text 37"/>
          <p:cNvSpPr txBox="1"/>
          <p:nvPr/>
        </p:nvSpPr>
        <p:spPr>
          <a:xfrm>
            <a:off x="6705600" y="37592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Indústria e corporativo</a:t>
            </a:r>
            <a:endParaRPr lang="en-US" sz="2300" dirty="0"/>
          </a:p>
        </p:txBody>
      </p:sp>
      <p:pic>
        <p:nvPicPr>
          <p:cNvPr id="52" name="Image 12" descr="Link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197600" y="3695700"/>
            <a:ext cx="5207000" cy="5334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97600" y="42291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4" name="Text 39"/>
          <p:cNvSpPr txBox="1"/>
          <p:nvPr/>
        </p:nvSpPr>
        <p:spPr>
          <a:xfrm>
            <a:off x="6197600" y="43688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705600" y="42926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Parceiros</a:t>
            </a:r>
            <a:endParaRPr lang="en-US" sz="2300" dirty="0"/>
          </a:p>
        </p:txBody>
      </p:sp>
      <p:pic>
        <p:nvPicPr>
          <p:cNvPr id="56" name="Image 13" descr="Link">
            <a:hlinkClick r:id="rId40" tooltip="" action="ppaction://hlinksldjump"/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97600" y="4229100"/>
            <a:ext cx="5207000" cy="533400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6197600" y="47625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8" name="Text 42"/>
          <p:cNvSpPr txBox="1"/>
          <p:nvPr/>
        </p:nvSpPr>
        <p:spPr>
          <a:xfrm>
            <a:off x="6197600" y="49022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6705600" y="48260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Casa</a:t>
            </a:r>
            <a:endParaRPr lang="en-US" sz="2300" dirty="0"/>
          </a:p>
        </p:txBody>
      </p:sp>
      <p:pic>
        <p:nvPicPr>
          <p:cNvPr id="60" name="Image 14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197600" y="4762500"/>
            <a:ext cx="5207000" cy="533400"/>
          </a:xfrm>
          <a:prstGeom prst="rect">
            <a:avLst/>
          </a:prstGeom>
        </p:spPr>
      </p:pic>
      <p:sp>
        <p:nvSpPr>
          <p:cNvPr id="61" name="Shape 44"/>
          <p:cNvSpPr/>
          <p:nvPr/>
        </p:nvSpPr>
        <p:spPr>
          <a:xfrm>
            <a:off x="6197600" y="52959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2" name="Text 45"/>
          <p:cNvSpPr txBox="1"/>
          <p:nvPr/>
        </p:nvSpPr>
        <p:spPr>
          <a:xfrm>
            <a:off x="6197600" y="54356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15</a:t>
            </a:r>
            <a:endParaRPr lang="en-US" sz="1100" dirty="0"/>
          </a:p>
        </p:txBody>
      </p:sp>
      <p:sp>
        <p:nvSpPr>
          <p:cNvPr id="63" name="Text 46"/>
          <p:cNvSpPr txBox="1"/>
          <p:nvPr/>
        </p:nvSpPr>
        <p:spPr>
          <a:xfrm>
            <a:off x="6705600" y="53594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Pessoas</a:t>
            </a:r>
            <a:endParaRPr lang="en-US" sz="2300" dirty="0"/>
          </a:p>
        </p:txBody>
      </p:sp>
      <p:pic>
        <p:nvPicPr>
          <p:cNvPr id="64" name="Image 15" descr="Link">
            <a:hlinkClick r:id="rId46" tooltip="" action="ppaction://hlinksldjump"/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197600" y="5295900"/>
            <a:ext cx="5207000" cy="533400"/>
          </a:xfrm>
          <a:prstGeom prst="rect">
            <a:avLst/>
          </a:prstGeom>
        </p:spPr>
      </p:pic>
      <p:sp>
        <p:nvSpPr>
          <p:cNvPr id="65" name="Shape 47"/>
          <p:cNvSpPr/>
          <p:nvPr/>
        </p:nvSpPr>
        <p:spPr>
          <a:xfrm>
            <a:off x="6197600" y="58293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6" name="Text 48"/>
          <p:cNvSpPr txBox="1"/>
          <p:nvPr/>
        </p:nvSpPr>
        <p:spPr>
          <a:xfrm>
            <a:off x="6197600" y="59690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16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6705600" y="58928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Contato</a:t>
            </a:r>
            <a:endParaRPr lang="en-US" sz="2300" dirty="0"/>
          </a:p>
        </p:txBody>
      </p:sp>
      <p:pic>
        <p:nvPicPr>
          <p:cNvPr id="68" name="Image 16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197600" y="5829300"/>
            <a:ext cx="5207000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aca86b3e7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508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CLIENTES E CASES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00"/>
              </a:lnSpc>
              <a:buNone/>
            </a:pPr>
            <a:r>
              <a:rPr lang="en-US" sz="80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Escolha uma </a:t>
            </a:r>
            <a:pPr algn="l" indent="0" marL="0">
              <a:lnSpc>
                <a:spcPts val="8200"/>
              </a:lnSpc>
              <a:buNone/>
            </a:pPr>
            <a:r>
              <a:rPr lang="en-US" sz="80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marca.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8026400" y="1181100"/>
            <a:ext cx="355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19 clientes · 26 cases. Clique numa marca para ver os projetos.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096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" name="Image 1" descr="BASF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38" y="2343150"/>
            <a:ext cx="1144924" cy="444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12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9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095500"/>
            <a:ext cx="2133600" cy="1066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8194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1" name="Image 3" descr="Braskem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2950" y="2367784"/>
            <a:ext cx="1206500" cy="395233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9210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13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2095500"/>
            <a:ext cx="2133600" cy="106680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0292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5" name="Image 5" descr="Corteva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2750" y="2428528"/>
            <a:ext cx="1206500" cy="2737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1308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 CASES</a:t>
            </a:r>
            <a:endParaRPr lang="en-US" sz="10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2095500"/>
            <a:ext cx="2133600" cy="106680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72390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9" name="Image 7" descr="Ducati">
            <a:hlinkClick r:id="rId15" tooltip="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7661" y="2343150"/>
            <a:ext cx="416278" cy="44450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73406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1" name="Image 8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39000" y="2095500"/>
            <a:ext cx="2133600" cy="106680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4488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3" name="Image 9" descr="FMC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12350" y="2362131"/>
            <a:ext cx="1206500" cy="406538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95504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5" name="Image 10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8800" y="2095500"/>
            <a:ext cx="2133600" cy="1066800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6096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7" name="Image 11" descr="Ford">
            <a:hlinkClick r:id="rId23" tooltip="" action="ppaction://hlinksldjump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5483" y="3486150"/>
            <a:ext cx="1121833" cy="4445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112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9" name="Image 12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3238500"/>
            <a:ext cx="2133600" cy="106680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28194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31" name="Text 16"/>
          <p:cNvSpPr txBox="1"/>
          <p:nvPr/>
        </p:nvSpPr>
        <p:spPr>
          <a:xfrm>
            <a:off x="2819400" y="3517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2700" dirty="0"/>
          </a:p>
        </p:txBody>
      </p:sp>
      <p:sp>
        <p:nvSpPr>
          <p:cNvPr id="32" name="Text 17"/>
          <p:cNvSpPr txBox="1"/>
          <p:nvPr/>
        </p:nvSpPr>
        <p:spPr>
          <a:xfrm>
            <a:off x="29210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3" name="Image 13" descr="Link">
            <a:hlinkClick r:id="rId27" tooltip="" action="ppaction://hlinksldjump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19400" y="3238500"/>
            <a:ext cx="2133600" cy="1066800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50292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5" name="Image 14" descr="Harley-Davidson">
            <a:hlinkClick r:id="rId29" tooltip="" action="ppaction://hlinksldjump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811364" y="3486150"/>
            <a:ext cx="569272" cy="4445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51308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7" name="Image 15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029200" y="3238500"/>
            <a:ext cx="2133600" cy="1066800"/>
          </a:xfrm>
          <a:prstGeom prst="rect">
            <a:avLst/>
          </a:prstGeom>
        </p:spPr>
      </p:pic>
      <p:sp>
        <p:nvSpPr>
          <p:cNvPr id="38" name="Shape 20"/>
          <p:cNvSpPr/>
          <p:nvPr/>
        </p:nvSpPr>
        <p:spPr>
          <a:xfrm>
            <a:off x="72390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9" name="Image 16" descr="Lorenzetti">
            <a:hlinkClick r:id="rId33" tooltip="" action="ppaction://hlinksldjump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702550" y="3601630"/>
            <a:ext cx="1206500" cy="213540"/>
          </a:xfrm>
          <a:prstGeom prst="rect">
            <a:avLst/>
          </a:prstGeom>
        </p:spPr>
      </p:pic>
      <p:sp>
        <p:nvSpPr>
          <p:cNvPr id="40" name="Text 21"/>
          <p:cNvSpPr txBox="1"/>
          <p:nvPr/>
        </p:nvSpPr>
        <p:spPr>
          <a:xfrm>
            <a:off x="73406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1" name="Image 17" descr="Link">
            <a:hlinkClick r:id="rId35" tooltip="" action="ppaction://hlinksldjump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239000" y="3238500"/>
            <a:ext cx="2133600" cy="1066800"/>
          </a:xfrm>
          <a:prstGeom prst="rect">
            <a:avLst/>
          </a:prstGeom>
        </p:spPr>
      </p:pic>
      <p:sp>
        <p:nvSpPr>
          <p:cNvPr id="42" name="Shape 22"/>
          <p:cNvSpPr/>
          <p:nvPr/>
        </p:nvSpPr>
        <p:spPr>
          <a:xfrm>
            <a:off x="94488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3" name="Image 18" descr="Mutant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12350" y="3494022"/>
            <a:ext cx="1206500" cy="428756"/>
          </a:xfrm>
          <a:prstGeom prst="rect">
            <a:avLst/>
          </a:prstGeom>
        </p:spPr>
      </p:pic>
      <p:sp>
        <p:nvSpPr>
          <p:cNvPr id="44" name="Text 23"/>
          <p:cNvSpPr txBox="1"/>
          <p:nvPr/>
        </p:nvSpPr>
        <p:spPr>
          <a:xfrm>
            <a:off x="95504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5" name="Image 19" descr="Link">
            <a:hlinkClick r:id="rId39" tooltip="" action="ppaction://hlinksldjump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8800" y="3238500"/>
            <a:ext cx="2133600" cy="1066800"/>
          </a:xfrm>
          <a:prstGeom prst="rect">
            <a:avLst/>
          </a:prstGeom>
        </p:spPr>
      </p:pic>
      <p:sp>
        <p:nvSpPr>
          <p:cNvPr id="46" name="Shape 24"/>
          <p:cNvSpPr/>
          <p:nvPr/>
        </p:nvSpPr>
        <p:spPr>
          <a:xfrm>
            <a:off x="6096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7" name="Image 20" descr="NuPay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73150" y="4704041"/>
            <a:ext cx="1206500" cy="294718"/>
          </a:xfrm>
          <a:prstGeom prst="rect">
            <a:avLst/>
          </a:prstGeom>
        </p:spPr>
      </p:pic>
      <p:sp>
        <p:nvSpPr>
          <p:cNvPr id="48" name="Text 25"/>
          <p:cNvSpPr txBox="1"/>
          <p:nvPr/>
        </p:nvSpPr>
        <p:spPr>
          <a:xfrm>
            <a:off x="7112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9" name="Image 21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4381500"/>
            <a:ext cx="2133600" cy="1066800"/>
          </a:xfrm>
          <a:prstGeom prst="rect">
            <a:avLst/>
          </a:prstGeom>
        </p:spPr>
      </p:pic>
      <p:sp>
        <p:nvSpPr>
          <p:cNvPr id="50" name="Shape 26"/>
          <p:cNvSpPr/>
          <p:nvPr/>
        </p:nvSpPr>
        <p:spPr>
          <a:xfrm>
            <a:off x="28194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51" name="Text 27"/>
          <p:cNvSpPr txBox="1"/>
          <p:nvPr/>
        </p:nvSpPr>
        <p:spPr>
          <a:xfrm>
            <a:off x="28194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2700" dirty="0"/>
          </a:p>
        </p:txBody>
      </p:sp>
      <p:sp>
        <p:nvSpPr>
          <p:cNvPr id="52" name="Text 28"/>
          <p:cNvSpPr txBox="1"/>
          <p:nvPr/>
        </p:nvSpPr>
        <p:spPr>
          <a:xfrm>
            <a:off x="29210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3" name="Image 22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819400" y="4381500"/>
            <a:ext cx="2133600" cy="1066800"/>
          </a:xfrm>
          <a:prstGeom prst="rect">
            <a:avLst/>
          </a:prstGeom>
        </p:spPr>
      </p:pic>
      <p:sp>
        <p:nvSpPr>
          <p:cNvPr id="54" name="Shape 29"/>
          <p:cNvSpPr/>
          <p:nvPr/>
        </p:nvSpPr>
        <p:spPr>
          <a:xfrm>
            <a:off x="50292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5" name="Image 23" descr="PepsiCo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92750" y="4694787"/>
            <a:ext cx="1206500" cy="313226"/>
          </a:xfrm>
          <a:prstGeom prst="rect">
            <a:avLst/>
          </a:prstGeom>
        </p:spPr>
      </p:pic>
      <p:sp>
        <p:nvSpPr>
          <p:cNvPr id="56" name="Text 30"/>
          <p:cNvSpPr txBox="1"/>
          <p:nvPr/>
        </p:nvSpPr>
        <p:spPr>
          <a:xfrm>
            <a:off x="51308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7" name="Image 24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29200" y="4381500"/>
            <a:ext cx="2133600" cy="1066800"/>
          </a:xfrm>
          <a:prstGeom prst="rect">
            <a:avLst/>
          </a:prstGeom>
        </p:spPr>
      </p:pic>
      <p:sp>
        <p:nvSpPr>
          <p:cNvPr id="58" name="Shape 31"/>
          <p:cNvSpPr/>
          <p:nvPr/>
        </p:nvSpPr>
        <p:spPr>
          <a:xfrm>
            <a:off x="72390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9" name="Image 25" descr="Petronas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747706" y="4629150"/>
            <a:ext cx="1116189" cy="444500"/>
          </a:xfrm>
          <a:prstGeom prst="rect">
            <a:avLst/>
          </a:prstGeom>
        </p:spPr>
      </p:pic>
      <p:sp>
        <p:nvSpPr>
          <p:cNvPr id="60" name="Text 32"/>
          <p:cNvSpPr txBox="1"/>
          <p:nvPr/>
        </p:nvSpPr>
        <p:spPr>
          <a:xfrm>
            <a:off x="73406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1" name="Image 26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239000" y="4381500"/>
            <a:ext cx="2133600" cy="1066800"/>
          </a:xfrm>
          <a:prstGeom prst="rect">
            <a:avLst/>
          </a:prstGeom>
        </p:spPr>
      </p:pic>
      <p:sp>
        <p:nvSpPr>
          <p:cNvPr id="62" name="Shape 33"/>
          <p:cNvSpPr/>
          <p:nvPr/>
        </p:nvSpPr>
        <p:spPr>
          <a:xfrm>
            <a:off x="94488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63" name="Text 34"/>
          <p:cNvSpPr txBox="1"/>
          <p:nvPr/>
        </p:nvSpPr>
        <p:spPr>
          <a:xfrm>
            <a:off x="94488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2700" dirty="0"/>
          </a:p>
        </p:txBody>
      </p:sp>
      <p:sp>
        <p:nvSpPr>
          <p:cNvPr id="64" name="Text 35"/>
          <p:cNvSpPr txBox="1"/>
          <p:nvPr/>
        </p:nvSpPr>
        <p:spPr>
          <a:xfrm>
            <a:off x="95504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65" name="Image 27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448800" y="4381500"/>
            <a:ext cx="2133600" cy="1066800"/>
          </a:xfrm>
          <a:prstGeom prst="rect">
            <a:avLst/>
          </a:prstGeom>
        </p:spPr>
      </p:pic>
      <p:sp>
        <p:nvSpPr>
          <p:cNvPr id="66" name="Shape 36"/>
          <p:cNvSpPr/>
          <p:nvPr/>
        </p:nvSpPr>
        <p:spPr>
          <a:xfrm>
            <a:off x="6096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67" name="Image 28" descr="Sherwin-Williams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189567" y="5772150"/>
            <a:ext cx="973667" cy="444500"/>
          </a:xfrm>
          <a:prstGeom prst="rect">
            <a:avLst/>
          </a:prstGeom>
        </p:spPr>
      </p:pic>
      <p:sp>
        <p:nvSpPr>
          <p:cNvPr id="68" name="Text 37"/>
          <p:cNvSpPr txBox="1"/>
          <p:nvPr/>
        </p:nvSpPr>
        <p:spPr>
          <a:xfrm>
            <a:off x="7112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9" name="Image 29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609600" y="5524500"/>
            <a:ext cx="2133600" cy="1066800"/>
          </a:xfrm>
          <a:prstGeom prst="rect">
            <a:avLst/>
          </a:prstGeom>
        </p:spPr>
      </p:pic>
      <p:sp>
        <p:nvSpPr>
          <p:cNvPr id="70" name="Shape 38"/>
          <p:cNvSpPr/>
          <p:nvPr/>
        </p:nvSpPr>
        <p:spPr>
          <a:xfrm>
            <a:off x="28194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71" name="Text 39"/>
          <p:cNvSpPr txBox="1"/>
          <p:nvPr/>
        </p:nvSpPr>
        <p:spPr>
          <a:xfrm>
            <a:off x="2819400" y="5803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2700" dirty="0"/>
          </a:p>
        </p:txBody>
      </p:sp>
      <p:sp>
        <p:nvSpPr>
          <p:cNvPr id="72" name="Text 40"/>
          <p:cNvSpPr txBox="1"/>
          <p:nvPr/>
        </p:nvSpPr>
        <p:spPr>
          <a:xfrm>
            <a:off x="29210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73" name="Image 30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2819400" y="5524500"/>
            <a:ext cx="2133600" cy="1066800"/>
          </a:xfrm>
          <a:prstGeom prst="rect">
            <a:avLst/>
          </a:prstGeom>
        </p:spPr>
      </p:pic>
      <p:sp>
        <p:nvSpPr>
          <p:cNvPr id="74" name="Shape 41"/>
          <p:cNvSpPr/>
          <p:nvPr/>
        </p:nvSpPr>
        <p:spPr>
          <a:xfrm>
            <a:off x="50292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5" name="Image 31" descr="Toyota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492750" y="5870656"/>
            <a:ext cx="1206500" cy="247487"/>
          </a:xfrm>
          <a:prstGeom prst="rect">
            <a:avLst/>
          </a:prstGeom>
        </p:spPr>
      </p:pic>
      <p:sp>
        <p:nvSpPr>
          <p:cNvPr id="76" name="Text 42"/>
          <p:cNvSpPr txBox="1"/>
          <p:nvPr/>
        </p:nvSpPr>
        <p:spPr>
          <a:xfrm>
            <a:off x="51308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 CASES</a:t>
            </a:r>
            <a:endParaRPr lang="en-US" sz="1000" dirty="0"/>
          </a:p>
        </p:txBody>
      </p:sp>
      <p:pic>
        <p:nvPicPr>
          <p:cNvPr id="77" name="Image 32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029200" y="5524500"/>
            <a:ext cx="2133600" cy="1066800"/>
          </a:xfrm>
          <a:prstGeom prst="rect">
            <a:avLst/>
          </a:prstGeom>
        </p:spPr>
      </p:pic>
      <p:sp>
        <p:nvSpPr>
          <p:cNvPr id="78" name="Shape 43"/>
          <p:cNvSpPr/>
          <p:nvPr/>
        </p:nvSpPr>
        <p:spPr>
          <a:xfrm>
            <a:off x="72390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9" name="Image 33" descr="Volkswagen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8083550" y="5772150"/>
            <a:ext cx="444500" cy="444500"/>
          </a:xfrm>
          <a:prstGeom prst="rect">
            <a:avLst/>
          </a:prstGeom>
        </p:spPr>
      </p:pic>
      <p:sp>
        <p:nvSpPr>
          <p:cNvPr id="80" name="Text 44"/>
          <p:cNvSpPr txBox="1"/>
          <p:nvPr/>
        </p:nvSpPr>
        <p:spPr>
          <a:xfrm>
            <a:off x="73406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81" name="Image 34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7239000" y="5524500"/>
            <a:ext cx="2133600" cy="1066800"/>
          </a:xfrm>
          <a:prstGeom prst="rect">
            <a:avLst/>
          </a:prstGeom>
        </p:spPr>
      </p:pic>
      <p:sp>
        <p:nvSpPr>
          <p:cNvPr id="82" name="Shape 4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83" name="Text 4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84" name="Image 35" descr="Link">
            <a:hlinkClick r:id="rId72" tooltip="" action="ppaction://hlinksldjump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85" name="Text 4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86" name="Image 36" descr="Link">
            <a:hlinkClick r:id="rId75" tooltip="" action="ppaction://hlinksldjump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(10)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Agronegócio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2606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621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1336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5527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29083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6098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27813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2004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3556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2575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3429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3848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42037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39052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40767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44958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48514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45529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420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47244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9600" y="5499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79500" y="52006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4200" dirty="0"/>
          </a:p>
        </p:txBody>
      </p:sp>
      <p:sp>
        <p:nvSpPr>
          <p:cNvPr id="30" name="Text 28"/>
          <p:cNvSpPr txBox="1"/>
          <p:nvPr/>
        </p:nvSpPr>
        <p:spPr>
          <a:xfrm>
            <a:off x="6985000" y="5372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 · Enlist · Loyant · Prospera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09600" y="5791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9600" y="61468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79500" y="58483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4200" dirty="0"/>
          </a:p>
        </p:txBody>
      </p:sp>
      <p:sp>
        <p:nvSpPr>
          <p:cNvPr id="34" name="Text 32"/>
          <p:cNvSpPr txBox="1"/>
          <p:nvPr/>
        </p:nvSpPr>
        <p:spPr>
          <a:xfrm>
            <a:off x="6985000" y="60198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609600" y="64389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36" name="Image 0" descr="/tmp/claude-0/-home-claude/8e1ee178-3aa5-5bd7-bb29-abd60da1bf1a/scratchpad/pptx/img/8b46382876a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0" y="1651000"/>
            <a:ext cx="2159000" cy="2698750"/>
          </a:xfrm>
          <a:prstGeom prst="rect">
            <a:avLst/>
          </a:prstGeom>
        </p:spPr>
      </p:pic>
      <p:pic>
        <p:nvPicPr>
          <p:cNvPr id="37" name="Image 1" descr="/tmp/claude-0/-home-claude/8e1ee178-3aa5-5bd7-bb29-abd60da1bf1a/scratchpad/pptx/img/f56fcf0e06a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850" y="3841750"/>
            <a:ext cx="1651000" cy="16510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40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42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43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647700"/>
          </a:xfrm>
          <a:prstGeom prst="rect">
            <a:avLst/>
          </a:prstGeom>
        </p:spPr>
      </p:pic>
      <p:pic>
        <p:nvPicPr>
          <p:cNvPr id="44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552700"/>
            <a:ext cx="10972800" cy="647700"/>
          </a:xfrm>
          <a:prstGeom prst="rect">
            <a:avLst/>
          </a:prstGeom>
        </p:spPr>
      </p:pic>
      <p:pic>
        <p:nvPicPr>
          <p:cNvPr id="45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200400"/>
            <a:ext cx="10972800" cy="647700"/>
          </a:xfrm>
          <a:prstGeom prst="rect">
            <a:avLst/>
          </a:prstGeom>
        </p:spPr>
      </p:pic>
      <p:pic>
        <p:nvPicPr>
          <p:cNvPr id="46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848100"/>
            <a:ext cx="10972800" cy="647700"/>
          </a:xfrm>
          <a:prstGeom prst="rect">
            <a:avLst/>
          </a:prstGeom>
        </p:spPr>
      </p:pic>
      <p:pic>
        <p:nvPicPr>
          <p:cNvPr id="47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4495800"/>
            <a:ext cx="10972800" cy="647700"/>
          </a:xfrm>
          <a:prstGeom prst="rect">
            <a:avLst/>
          </a:prstGeom>
        </p:spPr>
      </p:pic>
      <p:pic>
        <p:nvPicPr>
          <p:cNvPr id="48" name="Image 9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5143500"/>
            <a:ext cx="10972800" cy="647700"/>
          </a:xfrm>
          <a:prstGeom prst="rect">
            <a:avLst/>
          </a:prstGeom>
        </p:spPr>
      </p:pic>
      <p:pic>
        <p:nvPicPr>
          <p:cNvPr id="49" name="Image 10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5791200"/>
            <a:ext cx="1097280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5b45e0fb0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0900" y="508000"/>
            <a:ext cx="571500" cy="571500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FEIRA ITINERANTE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pic>
        <p:nvPicPr>
          <p:cNvPr id="9" name="Image 3" descr="Volks Festival 2025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FESTIVAL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Volks Festival 2025</a:t>
            </a:r>
            <a:endParaRPr lang="en-US" sz="2300" dirty="0"/>
          </a:p>
        </p:txBody>
      </p:sp>
      <p:sp>
        <p:nvSpPr>
          <p:cNvPr id="12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AGRO · FEIRA ITINERANTE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282700"/>
            <a:ext cx="7302500" cy="20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0"/>
              </a:lnSpc>
              <a:buNone/>
            </a:pPr>
            <a:r>
              <a:rPr lang="en-US" sz="142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42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Levar a identidade Volkswagen ao agro com um estande que criasse conexão direta com o produtor.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Volkswagen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Volkswagen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Volkswagen · Circuito Agr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que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adapta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a cada etapa.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modular adaptável a cada etapa do circuito, com cenografia em madeira, paisagismo e áreas que valorizam os veículos.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Ambiente descontraído, com atendimento padrão Volkswagen.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2dfa56de6f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35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CIRCUITO AGRO 2026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ord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ord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ord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ord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FORD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Releitura de um projeto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vencedor.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Fachada em aço corten e visual moderno-rústico, integrado ao key visual da linha Raça Forte. Robusto, seguro e evoluído a cada temporada.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contínua de live marketing com a Ford no agro.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34ea8d2393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707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MC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MC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MC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MC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FMC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Pé no chão,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presença de marca.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modulável e de personalidade marcante desde 2025, com comunicação de alta exposição, acessibilidade e ambientes acolhedores.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Stap segue com a FMC no Circuito Agro 2026.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58f14bd90e6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42365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AGRO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ASF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BASF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BASF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portfólio inteiro,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campo.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de estande e cenografia, produção executiva com fornecedores locais, ativações, curadoria de conteúdo e operação do espaço.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ilha de conteúdo interativa apresentou as soluções para o campo.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5000" dirty="0"/>
          </a:p>
        </p:txBody>
      </p:sp>
      <p:pic>
        <p:nvPicPr>
          <p:cNvPr id="5" name="Image 1" descr="Agrishow 2026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Agrishow 2026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Grunner · Agrishow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Grunner · Agrishow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sentir em casa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na Agrishow.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moderno e arrojado, funcional para relacionamento e negócios, com comunicação visual de impacto e a boutique Grunner.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espaço de convivência no meio da maior feira do agro.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4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714e542fc6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16966"/>
          </a:xfrm>
          <a:prstGeom prst="rect">
            <a:avLst/>
          </a:prstGeom>
        </p:spPr>
      </p:pic>
      <p:pic>
        <p:nvPicPr>
          <p:cNvPr id="6" name="Image 2" descr="GAFFFF 2025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2571750" cy="159448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FEIRA E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GAFFFF 2025</a:t>
            </a:r>
            <a:endParaRPr lang="en-US" sz="1900" dirty="0"/>
          </a:p>
        </p:txBody>
      </p:sp>
      <p:pic>
        <p:nvPicPr>
          <p:cNvPr id="9" name="Image 3" descr="Enlist · Lançamento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9950" y="3213100"/>
            <a:ext cx="2571750" cy="159448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4099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FEIRAS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34099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Enlist · Lançamento</a:t>
            </a:r>
            <a:endParaRPr lang="en-US" sz="1900" dirty="0"/>
          </a:p>
        </p:txBody>
      </p:sp>
      <p:pic>
        <p:nvPicPr>
          <p:cNvPr id="12" name="Image 4" descr="Lançamento Loyant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213100"/>
            <a:ext cx="2571750" cy="1594485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2103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EVENTO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62103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Lançamento Loyant</a:t>
            </a:r>
            <a:endParaRPr lang="en-US" sz="1900" dirty="0"/>
          </a:p>
        </p:txBody>
      </p:sp>
      <p:pic>
        <p:nvPicPr>
          <p:cNvPr id="15" name="Image 5" descr="Prospera · Programa de TV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0650" y="3213100"/>
            <a:ext cx="2571750" cy="159448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90106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CONTEÚDO</a:t>
            </a:r>
            <a:endParaRPr lang="en-US" sz="1100" dirty="0"/>
          </a:p>
        </p:txBody>
      </p:sp>
      <p:sp>
        <p:nvSpPr>
          <p:cNvPr id="17" name="Text 9"/>
          <p:cNvSpPr txBox="1"/>
          <p:nvPr/>
        </p:nvSpPr>
        <p:spPr>
          <a:xfrm>
            <a:off x="90106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Prospera · Programa de TV</a:t>
            </a:r>
            <a:endParaRPr lang="en-US" sz="1900" dirty="0"/>
          </a:p>
        </p:txBody>
      </p:sp>
      <p:sp>
        <p:nvSpPr>
          <p:cNvPr id="18" name="Shape 1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AGRO · FEIRA E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GAFFFF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o patrocínio principal do Global Agribusiness Festival, no Allianz Parque, numa experiência única.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GAFFFF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GAFFFF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GAFFFF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na escala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arena.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temático nas proporções da arena, com espaços de relacionamento e negócios e um mezanino exclusivo para convidados.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Projeto, produção e operação numa solução completa.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AGRO · FEIRAS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Enlist · Lançamento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uma nova marca de tecnologia no agro com presença relevante e reconhecimento imediato nas feiras.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Enlist · Lanç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Corteva · Enlist · Lançamen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projeto,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feiras.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modular e inflável, de montagem ágil, levada ao Show Rural Coopavel, à Tecnoshow e à Expodireto Cotrijal.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Integrado à área de plantio, com conteúdo e captação de leads.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AGRO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LANÇAMENTO LOYANT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Lançamento Loyant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 novo herbicida para o arroz e surpreender um público técnico com uma experiência marcante.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Lançamento Loy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Lançamento Loya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Lançamento Loy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lançamento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surpreender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quem é técnico.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 com tela imersiva na casa NTX, em Porto Alegre, comunicação no pré-evento e show de encerramento com Fernando &amp; Sorocaba.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plateia em formato inovador.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AGRO · CONTEÚDO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Prospera · Programa de TV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Registrar em um especial de TV os resultados do programa Prospera em comunidades rurais de Pernambuco.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Prospera · Programa de T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Prospera · Programa de 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Prospera · Programa de TV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campo contado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 TV.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 completa: roteiro, direção, filmagens em campo, entrevistas com beneficiários e lideranças, logística e identidade visual.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Participações da Ministra da Agricultura e de executivos de Corteva, Yara e AGCO.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5000" dirty="0"/>
          </a:p>
        </p:txBody>
      </p:sp>
      <p:pic>
        <p:nvPicPr>
          <p:cNvPr id="5" name="Image 1" descr="Encontro dos Conselhos Técnicos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EVENTO CORPORATIVO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Encontro dos Conselhos Técnicos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AGRO · EVENTO CORPORATIVO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 Técnicos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Syngenta · Encontro dos Conselhos Técnicos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Syngenta · Encontro dos Conselhos Técnicos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Syngenta · Encontro dos Conselhos Técnicos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SYNGENTA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 anos,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conselhos,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um encontro.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Projeto, criação e operação de ponta a ponta no Royal Palm Plaza: palco, luz e conteúdo para os parceiros dos três conselhos.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Consherb, Consent e Consfit reunidos num evento único.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(07)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· Hilux · Japão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a675c4c456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fea6d06c17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1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AUTO · FESTIVAL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 FESTIVAL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3117850"/>
            <a:ext cx="7302500" cy="2218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70"/>
              </a:lnSpc>
              <a:buNone/>
            </a:pPr>
            <a:r>
              <a:rPr lang="en-US" sz="156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Promover o maior festival de vendas do Brasil e, ao mesmo tempo, um dia de experiências para toda a família.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Volks Festival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Volkswagen · Volks Festival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Volkswagen · Volks Festival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Volkswagen · Volks Festival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Volkswagen · Volks Festival 202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Seis capitais,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temporada.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produção e operação completa, com o Best Drive, de São Paulo a Salvador, Brasília, Goiânia, Porto Alegre e Curitiba.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Logística, montagem, receptivo e apoio aos concessionários.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3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0d9ef9f6a5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86564"/>
          </a:xfrm>
          <a:prstGeom prst="rect">
            <a:avLst/>
          </a:prstGeom>
        </p:spPr>
      </p:pic>
      <p:pic>
        <p:nvPicPr>
          <p:cNvPr id="6" name="Image 2" descr="Gazoo Racing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3505200" cy="217322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Gazoo Racing Day</a:t>
            </a:r>
            <a:endParaRPr lang="en-US" sz="2300" dirty="0"/>
          </a:p>
        </p:txBody>
      </p:sp>
      <p:pic>
        <p:nvPicPr>
          <p:cNvPr id="9" name="Image 3" descr="Hilux Expedition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3213100"/>
            <a:ext cx="3505200" cy="217322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3434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RALLY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43434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Hilux Expedition</a:t>
            </a:r>
            <a:endParaRPr lang="en-US" sz="2300" dirty="0"/>
          </a:p>
        </p:txBody>
      </p:sp>
      <p:pic>
        <p:nvPicPr>
          <p:cNvPr id="12" name="Image 4" descr="Festival do Japão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3213100"/>
            <a:ext cx="3505200" cy="217322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0772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FEIRA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80772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Festival do Japão</a:t>
            </a:r>
            <a:endParaRPr lang="en-US" sz="2300" dirty="0"/>
          </a:p>
        </p:txBody>
      </p:sp>
      <p:sp>
        <p:nvSpPr>
          <p:cNvPr id="15" name="Shape 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Day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plataforma global de automobilismo da Toyota em relacionamento, visibilidade e conteúdo.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Gazoo Racing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Gazoo Racing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Gazoo Racing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Automobilismo virando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relacionamento.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completa nos autódromos: logística de veículos, montagem, fluxos, fornecedores e operação técnica, com test-drives e pilotos.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Inclui a edição GR Day Woman, focada no protagonismo feminino.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AUTO · RALLY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HILUX EXPEDITION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Hilux Expedition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Hilux como veículo robusto e confiável com um rally de regularidade em mercados importantes.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Hilux Expedi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Hilux Expedi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Hilux Expedi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Robustez provada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percurso.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Gestão de toda a operação: calendário, roteiros, regulamento, inscrições, licenças, concessionárias, logística e fornecedores.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plantio de árvores ao longo do percurso.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AUTO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Festival do Japão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Homenagear os 110 anos da imigração japonesa no Brasil e destacar os lançamentos da Toyota.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Festival do Jap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Festival do Jap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Festival do Jap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Tradição e inovação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mesmo estande.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 japonesa do início do século 20 e barquinhos de papel no teto, em releitura das lanternas do festival Obon.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Apresentações culturais e oficinas de origami no showroom.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d86a45437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7186" y="508000"/>
            <a:ext cx="535214" cy="571500"/>
          </a:xfrm>
          <a:prstGeom prst="rect">
            <a:avLst/>
          </a:prstGeom>
        </p:spPr>
      </p:pic>
      <p:pic>
        <p:nvPicPr>
          <p:cNvPr id="6" name="Image 2" descr="Salão Duas Ro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Salão Duas Rodas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AUTO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SALÃO DUAS RODAS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Ducati · Salão Duas Ro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Ducati · Salão Duas Ro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Ducati · Salão Duas Ro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Ducati · Salão Duas Ro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DUCATI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mundos,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dois lançamentos.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em três mundos, vermelho, amarelo e preto, com avant-première, coletiva, atrações musicais e ativações para os Ducatistas.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Concepção e execução completas pela Stap.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f0ded7c5ff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0479" y="508000"/>
            <a:ext cx="731921" cy="571500"/>
          </a:xfrm>
          <a:prstGeom prst="rect">
            <a:avLst/>
          </a:prstGeom>
        </p:spPr>
      </p:pic>
      <p:pic>
        <p:nvPicPr>
          <p:cNvPr id="6" name="Image 2" descr="Lucky Friends Rode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Lucky Friends Rodeo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Harley-Davidson · Lucky Friends Ro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Harley-Davidson · Lucky Friends Ro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Harley-Davidson · Lucky Friends Rode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HARLEY-DAVIDSON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espírito Harley,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vivido.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do espaço, com loja conceito, ambientação temática e cenografia pensada para o fluxo e a interação.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Performance, lifestyle e relacionamento com a comunidade.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4e112a0219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6327"/>
          </a:xfrm>
          <a:prstGeom prst="rect">
            <a:avLst/>
          </a:prstGeom>
        </p:spPr>
      </p:pic>
      <p:pic>
        <p:nvPicPr>
          <p:cNvPr id="6" name="Image 2" descr="Fórmula 1 · GP de São Paul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Fórmula 1 · GP de São Paulo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AUTO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FÓRMULA 1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 · GP de São Paulo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Petronas · Fórmula 1 · GP de São Pau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PETRONAS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momentos,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GP.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com cenografia protagonista, coletiva com Lewis Hamilton e George Russell e jantar com ambientação acolhedora.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Grande exposição na imprensa.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(06)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Consumo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varejo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 · Dia 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68244dc8840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2138dfeee9a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pic>
        <p:nvPicPr>
          <p:cNvPr id="5" name="Image 1" descr="SuperBahia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SuperBahia 2025</a:t>
            </a:r>
            <a:endParaRPr lang="en-US" sz="2300" dirty="0"/>
          </a:p>
        </p:txBody>
      </p:sp>
      <p:pic>
        <p:nvPicPr>
          <p:cNvPr id="8" name="Image 2" descr="Dia C · A nova era dos congelados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EVENTO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 C · A nova era dos congelados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e expandir mercado junto ao empreendedor supermercadista do Nordeste.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eara · SuperBahia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eara · SuperBahia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Aberto, convidativo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feito para negócios.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aberto, com lounge, salas para reuniões simultâneas, conteúdo de todas as linhas e receptivo operado pela Stap.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Nova parceria de live marketing com a Seara.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CONSUMO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Dia C · A nova era dos congelados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Apresentar a empresários de supermercados a nova estratégia da Seara para o ponto de venda.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Dia C · A nova era dos congel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Seara · Dia C · A nova era dos congel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Seara · Dia C · A nova era dos congelad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Seara · Dia C · A nova era dos congelad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nova era dos congelados,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palco.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gestão do evento no Espaço L’Atelier, com plenária, telão de LED e ambientes para cada momento.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São Paulo, julho de 2025.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1fc269264c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62683"/>
          </a:xfrm>
          <a:prstGeom prst="rect">
            <a:avLst/>
          </a:prstGeom>
        </p:spPr>
      </p:pic>
      <p:pic>
        <p:nvPicPr>
          <p:cNvPr id="6" name="Image 2" descr="Apas Show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Apas Show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APAS SHOW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PepsiCo · Apas 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PepsiCo · Apas 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PepsiCo · Apas Sh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PepsiCo · Apas Sh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PEPSICO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loja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perfeita.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“loja perfeita PepsiCo”, simulação de PDV organizada por momento de consumo, com áreas de negócios e ambientações por categoria.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609600" y="5334000"/>
            <a:ext cx="2946400" cy="213360"/>
          </a:xfrm>
          <a:prstGeom prst="rect">
            <a:avLst/>
          </a:prstGeom>
          <a:solidFill>
            <a:srgbClr val="0B1C2D"/>
          </a:solidFill>
          <a:ln/>
        </p:spPr>
        <p:txBody>
          <a:bodyPr wrap="square" lIns="88900" tIns="88900" rIns="88900" bIns="889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Prêmio POPAI Brasil dois anos seguidos</a:t>
            </a:r>
            <a:endParaRPr lang="en-US" sz="1200" dirty="0"/>
          </a:p>
        </p:txBody>
      </p:sp>
      <p:sp>
        <p:nvSpPr>
          <p:cNvPr id="12" name="Shape 5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6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8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7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5000" dirty="0"/>
          </a:p>
        </p:txBody>
      </p:sp>
      <p:pic>
        <p:nvPicPr>
          <p:cNvPr id="5" name="Image 1" descr="Beauty Fair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Beauty Fair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606550"/>
            <a:ext cx="7302500" cy="169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80"/>
              </a:lnSpc>
              <a:buNone/>
            </a:pPr>
            <a:r>
              <a:rPr lang="en-US" sz="1195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195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OX Cosméticos · Beauty Fair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OX Cosméticos · Beauty Fair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OX Cosméticos · Beauty Fair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OX COSMÉTICOS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Luz dourada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fila na porta.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ousado como a marca, com linhas elegantes em harmonia com os lançamentos, do projeto à operação.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dos atrativos da Beauty Fair 2025.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77643e26049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47257"/>
          </a:xfrm>
          <a:prstGeom prst="rect">
            <a:avLst/>
          </a:prstGeom>
        </p:spPr>
      </p:pic>
      <p:pic>
        <p:nvPicPr>
          <p:cNvPr id="6" name="Image 2" descr="Revestir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Revestir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CONSUMO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Lorenzetti · Revest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Lorenzetti · Revest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LORENZETTI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casa modelo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dentro da feira.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como casa modelo, com produtos aplicados em uso, iluminação planejada e cenografia associada à água.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visita pensada como jornada do cliente.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60d48020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41252"/>
          </a:xfrm>
          <a:prstGeom prst="rect">
            <a:avLst/>
          </a:prstGeom>
        </p:spPr>
      </p:pic>
      <p:pic>
        <p:nvPicPr>
          <p:cNvPr id="6" name="Image 2" descr="VTEX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VTEX Day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VTEX DAY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NuPay · VTEX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NuPay · VTEX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NuPay · VTEX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NUPAY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circuito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entender o produto.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com vários pontos de contato, ativação na entrada para a abordagem comercial e demonstrações práticas do produto.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Conteúdos e palestras no espaço.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(03)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Indústria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corporativo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8892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21463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75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7622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31813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97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323215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75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84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426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506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43180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75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93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535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0" name="Image 0" descr="/tmp/claude-0/-home-claude/8e1ee178-3aa5-5bd7-bb29-abd60da1bf1a/scratchpad/pptx/img/9e8a528fd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0000" y="1841500"/>
            <a:ext cx="2159000" cy="2698750"/>
          </a:xfrm>
          <a:prstGeom prst="rect">
            <a:avLst/>
          </a:prstGeom>
        </p:spPr>
      </p:pic>
      <p:pic>
        <p:nvPicPr>
          <p:cNvPr id="21" name="Image 1" descr="/tmp/claude-0/-home-claude/8e1ee178-3aa5-5bd7-bb29-abd60da1bf1a/scratchpad/pptx/img/c22bc0d31af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032250"/>
            <a:ext cx="1651000" cy="16510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4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6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27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095500"/>
            <a:ext cx="10972800" cy="1085850"/>
          </a:xfrm>
          <a:prstGeom prst="rect">
            <a:avLst/>
          </a:prstGeom>
        </p:spPr>
      </p:pic>
      <p:pic>
        <p:nvPicPr>
          <p:cNvPr id="28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181350"/>
            <a:ext cx="10972800" cy="1085850"/>
          </a:xfrm>
          <a:prstGeom prst="rect">
            <a:avLst/>
          </a:prstGeom>
        </p:spPr>
      </p:pic>
      <p:pic>
        <p:nvPicPr>
          <p:cNvPr id="29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4267200"/>
            <a:ext cx="1097280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ff656fcc6d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57638"/>
          </a:xfrm>
          <a:prstGeom prst="rect">
            <a:avLst/>
          </a:prstGeom>
        </p:spPr>
      </p:pic>
      <p:pic>
        <p:nvPicPr>
          <p:cNvPr id="6" name="Image 2" descr="Feiplastic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Feiplastic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INDÚSTRIA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raskem · Feiplas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Braskem · Feiplast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Braskem · Feiplast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Braskem · Feiplasti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BRASKEM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produto do cliente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virou arquitetura.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As próprias resinas como elementos estruturais e cenográficos do estande, com conteúdos interativos e especialistas no espaço.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de mais de 15 anos.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a683181405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0543" y="508000"/>
            <a:ext cx="1251857" cy="571500"/>
          </a:xfrm>
          <a:prstGeom prst="rect">
            <a:avLst/>
          </a:prstGeom>
        </p:spPr>
      </p:pic>
      <p:pic>
        <p:nvPicPr>
          <p:cNvPr id="6" name="Image 2" descr="Convenção de ven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Convenção de vendas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INDÚSTRIA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DE VENDAS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1924050"/>
            <a:ext cx="73025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</a:t>
            </a:r>
            <a:endParaRPr lang="en-US" sz="12000" dirty="0"/>
          </a:p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WILLIAMS</a:t>
            </a:r>
            <a:endParaRPr lang="en-US" sz="12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herwin-Williams · Convenção de ven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herwin-Williams · Convenção de ven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SHERWIN-WILLIAMS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Metas alinhadas,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time integrado.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completa no Mabu Thermas Resort, em Foz do Iguaçu: cenografia, logística, conteúdo e organização geral.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Palestras, shows e atividades de integração.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b83b511d1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96455"/>
          </a:xfrm>
          <a:prstGeom prst="rect">
            <a:avLst/>
          </a:prstGeom>
        </p:spPr>
      </p:pic>
      <p:pic>
        <p:nvPicPr>
          <p:cNvPr id="6" name="Image 2" descr="Customer Experience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 Experience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INDÚSTRIA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Mutant · Customer Experi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MUTANT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palco à altura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 conteúdo.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 na Casa Bossa, no Shopping Cidade Jardim, com cenografia de palco desenhada para valorizar conteúdos e speakers.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 e uma jornada sobre tendências em CX.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Mais que clientes,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parceiros.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Marcas que voltam, ano após ano, para construir de novo com a gente.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é sinônimo de confiança, qualidade e respeito. São verdadeiros parceiros, capazes de transformar o impossível em possível.”</a:t>
            </a:r>
            <a:endParaRPr lang="en-US" sz="1500" dirty="0"/>
          </a:p>
        </p:txBody>
      </p:sp>
      <p:pic>
        <p:nvPicPr>
          <p:cNvPr id="7" name="Image 0" descr="Felipe Al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3276600"/>
            <a:ext cx="406400" cy="406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30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Felipe Alves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Brand Experience, Volkswagen Brasil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88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688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 É saber que você está sendo ouvida e terminar cada projeto com a sensação de que o melhor foi feito por todos.”</a:t>
            </a:r>
            <a:endParaRPr lang="en-US" sz="1500" dirty="0"/>
          </a:p>
        </p:txBody>
      </p:sp>
      <p:pic>
        <p:nvPicPr>
          <p:cNvPr id="12" name="Image 1" descr="Fernanda Malu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0" y="3276600"/>
            <a:ext cx="406400" cy="406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9022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022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280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280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qualidade e a criatividade da Stap são imensuráveis. Conquistamos reconhecimento dos nossos clientes através das principais feiras de Norte a Sul do país.”</a:t>
            </a:r>
            <a:endParaRPr lang="en-US" sz="1500" dirty="0"/>
          </a:p>
        </p:txBody>
      </p:sp>
      <p:pic>
        <p:nvPicPr>
          <p:cNvPr id="17" name="Image 2" descr="Evelin Queiroz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276600"/>
            <a:ext cx="406400" cy="406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614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Evelin Queiroz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86614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 Corporativa, FMC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96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096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Stap é uma agência diferenciada, criativa e humanizada. Trabalhamos há mais de 15 anos juntos e os resultados sempre foram superados, ano após ano.”</a:t>
            </a:r>
            <a:endParaRPr lang="en-US" sz="1500" dirty="0"/>
          </a:p>
        </p:txBody>
      </p:sp>
      <p:pic>
        <p:nvPicPr>
          <p:cNvPr id="22" name="Image 3" descr="Vanessa Vittorel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89600"/>
            <a:ext cx="406400" cy="406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Vanessa Vittorello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688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688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“Como é bom poder contar com um grande parceiro como a Stap! Uma equipe competente e comprometida em superar as expectativas de cada entrega.”</a:t>
            </a:r>
            <a:endParaRPr lang="en-US" sz="1500" dirty="0"/>
          </a:p>
        </p:txBody>
      </p:sp>
      <p:pic>
        <p:nvPicPr>
          <p:cNvPr id="27" name="Image 4" descr="Sylvia Scien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5689600"/>
            <a:ext cx="406400" cy="4064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022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Sylvia Sciencio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49022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Lanxess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1280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81280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“Uma equipe com ampla expertise para realizar do planejamento à implementação do evento. Recomendo com convicção a Stap para qualquer evento.”</a:t>
            </a:r>
            <a:endParaRPr lang="en-US" sz="1500" dirty="0"/>
          </a:p>
        </p:txBody>
      </p:sp>
      <p:pic>
        <p:nvPicPr>
          <p:cNvPr id="32" name="Image 5" descr="Cristiane Andrad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5689600"/>
            <a:ext cx="406400" cy="4064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614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Cristiane Andrade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6614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Comunicação, HELM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7" name="Image 6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9" name="Image 7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que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constroem</a:t>
            </a:r>
            <a:endParaRPr lang="en-US" sz="6500" dirty="0"/>
          </a:p>
        </p:txBody>
      </p:sp>
      <p:sp>
        <p:nvSpPr>
          <p:cNvPr id="4" name="Text 2"/>
          <p:cNvSpPr txBox="1"/>
          <p:nvPr/>
        </p:nvSpPr>
        <p:spPr>
          <a:xfrm>
            <a:off x="584200" y="12192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6500" dirty="0"/>
          </a:p>
        </p:txBody>
      </p:sp>
      <p:sp>
        <p:nvSpPr>
          <p:cNvPr id="5" name="Shape 3"/>
          <p:cNvSpPr/>
          <p:nvPr/>
        </p:nvSpPr>
        <p:spPr>
          <a:xfrm>
            <a:off x="6096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" name="Image 0" descr="v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0" y="2736850"/>
            <a:ext cx="393700" cy="393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780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8" name="Image 1" descr="toyo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0" y="2822982"/>
            <a:ext cx="1079500" cy="2214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7465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0" name="Image 2" descr="fo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738" y="2736850"/>
            <a:ext cx="993624" cy="3937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3149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2" name="Image 3" descr="corte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250" y="2811236"/>
            <a:ext cx="1079500" cy="2449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8834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4" name="Image 4" descr="bas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412" y="2736850"/>
            <a:ext cx="1014076" cy="3937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84518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6" name="Image 5" descr="fm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3150" y="2751828"/>
            <a:ext cx="1079500" cy="363745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100203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8" name="Image 6" descr="braske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1600" y="2756885"/>
            <a:ext cx="1079500" cy="353629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6096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0" name="Image 7" descr="pepsic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" y="3580973"/>
            <a:ext cx="1079500" cy="280255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21780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2" name="Image 8" descr="petrona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4788" y="3524250"/>
            <a:ext cx="988624" cy="393700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37465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4" name="Image 9" descr="ducat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198" y="3524250"/>
            <a:ext cx="368703" cy="393700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3149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6" name="Image 10" descr="harle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3894" y="3524250"/>
            <a:ext cx="504212" cy="393700"/>
          </a:xfrm>
          <a:prstGeom prst="rect">
            <a:avLst/>
          </a:prstGeom>
        </p:spPr>
      </p:pic>
      <p:sp>
        <p:nvSpPr>
          <p:cNvPr id="27" name="Shape 14"/>
          <p:cNvSpPr/>
          <p:nvPr/>
        </p:nvSpPr>
        <p:spPr>
          <a:xfrm>
            <a:off x="68834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8" name="Image 11" descr="merced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3625" y="3524250"/>
            <a:ext cx="501650" cy="393700"/>
          </a:xfrm>
          <a:prstGeom prst="rect">
            <a:avLst/>
          </a:prstGeom>
        </p:spPr>
      </p:pic>
      <p:sp>
        <p:nvSpPr>
          <p:cNvPr id="29" name="Shape 15"/>
          <p:cNvSpPr/>
          <p:nvPr/>
        </p:nvSpPr>
        <p:spPr>
          <a:xfrm>
            <a:off x="84518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0" name="Image 12" descr="chevrol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1733" y="3524250"/>
            <a:ext cx="842335" cy="393700"/>
          </a:xfrm>
          <a:prstGeom prst="rect">
            <a:avLst/>
          </a:prstGeom>
        </p:spPr>
      </p:pic>
      <p:sp>
        <p:nvSpPr>
          <p:cNvPr id="31" name="Shape 16"/>
          <p:cNvSpPr/>
          <p:nvPr/>
        </p:nvSpPr>
        <p:spPr>
          <a:xfrm>
            <a:off x="100203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2" name="Image 13" descr="jaguar-landrov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61600" y="3569806"/>
            <a:ext cx="1079500" cy="302587"/>
          </a:xfrm>
          <a:prstGeom prst="rect">
            <a:avLst/>
          </a:prstGeom>
        </p:spPr>
      </p:pic>
      <p:sp>
        <p:nvSpPr>
          <p:cNvPr id="33" name="Shape 17"/>
          <p:cNvSpPr/>
          <p:nvPr/>
        </p:nvSpPr>
        <p:spPr>
          <a:xfrm>
            <a:off x="6096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4" name="Image 14" descr="lexu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900" y="4394407"/>
            <a:ext cx="1079500" cy="228187"/>
          </a:xfrm>
          <a:prstGeom prst="rect">
            <a:avLst/>
          </a:prstGeom>
        </p:spPr>
      </p:pic>
      <p:sp>
        <p:nvSpPr>
          <p:cNvPr id="35" name="Shape 18"/>
          <p:cNvSpPr/>
          <p:nvPr/>
        </p:nvSpPr>
        <p:spPr>
          <a:xfrm>
            <a:off x="21780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6" name="Image 15" descr="pirel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19350" y="4368305"/>
            <a:ext cx="1079500" cy="280390"/>
          </a:xfrm>
          <a:prstGeom prst="rect">
            <a:avLst/>
          </a:prstGeom>
        </p:spPr>
      </p:pic>
      <p:sp>
        <p:nvSpPr>
          <p:cNvPr id="37" name="Shape 19"/>
          <p:cNvSpPr/>
          <p:nvPr/>
        </p:nvSpPr>
        <p:spPr>
          <a:xfrm>
            <a:off x="37465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8" name="Image 16" descr="bridgeston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14824" y="4311650"/>
            <a:ext cx="1025451" cy="393700"/>
          </a:xfrm>
          <a:prstGeom prst="rect">
            <a:avLst/>
          </a:prstGeom>
        </p:spPr>
      </p:pic>
      <p:sp>
        <p:nvSpPr>
          <p:cNvPr id="39" name="Shape 20"/>
          <p:cNvSpPr/>
          <p:nvPr/>
        </p:nvSpPr>
        <p:spPr>
          <a:xfrm>
            <a:off x="53149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0" name="Image 17" descr="marel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56357" y="4311650"/>
            <a:ext cx="479287" cy="393700"/>
          </a:xfrm>
          <a:prstGeom prst="rect">
            <a:avLst/>
          </a:prstGeom>
        </p:spPr>
      </p:pic>
      <p:sp>
        <p:nvSpPr>
          <p:cNvPr id="41" name="Shape 21"/>
          <p:cNvSpPr/>
          <p:nvPr/>
        </p:nvSpPr>
        <p:spPr>
          <a:xfrm>
            <a:off x="68834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2" name="Image 18" descr="polaris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24700" y="4414453"/>
            <a:ext cx="1079500" cy="188095"/>
          </a:xfrm>
          <a:prstGeom prst="rect">
            <a:avLst/>
          </a:prstGeom>
        </p:spPr>
      </p:pic>
      <p:sp>
        <p:nvSpPr>
          <p:cNvPr id="43" name="Shape 22"/>
          <p:cNvSpPr/>
          <p:nvPr/>
        </p:nvSpPr>
        <p:spPr>
          <a:xfrm>
            <a:off x="84518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4" name="Image 19" descr="indian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09841" y="4311650"/>
            <a:ext cx="1046117" cy="393700"/>
          </a:xfrm>
          <a:prstGeom prst="rect">
            <a:avLst/>
          </a:prstGeom>
        </p:spPr>
      </p:pic>
      <p:sp>
        <p:nvSpPr>
          <p:cNvPr id="45" name="Shape 23"/>
          <p:cNvSpPr/>
          <p:nvPr/>
        </p:nvSpPr>
        <p:spPr>
          <a:xfrm>
            <a:off x="100203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6" name="Image 20" descr="troll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1600" y="4408192"/>
            <a:ext cx="1079500" cy="200615"/>
          </a:xfrm>
          <a:prstGeom prst="rect">
            <a:avLst/>
          </a:prstGeom>
        </p:spPr>
      </p:pic>
      <p:sp>
        <p:nvSpPr>
          <p:cNvPr id="47" name="Shape 24"/>
          <p:cNvSpPr/>
          <p:nvPr/>
        </p:nvSpPr>
        <p:spPr>
          <a:xfrm>
            <a:off x="6096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8" name="Image 21" descr="lorenzetti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900" y="5200369"/>
            <a:ext cx="1079500" cy="191062"/>
          </a:xfrm>
          <a:prstGeom prst="rect">
            <a:avLst/>
          </a:prstGeom>
        </p:spPr>
      </p:pic>
      <p:sp>
        <p:nvSpPr>
          <p:cNvPr id="49" name="Shape 25"/>
          <p:cNvSpPr/>
          <p:nvPr/>
        </p:nvSpPr>
        <p:spPr>
          <a:xfrm>
            <a:off x="21780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0" name="Image 22" descr="sherwi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27905" y="5099050"/>
            <a:ext cx="862390" cy="393700"/>
          </a:xfrm>
          <a:prstGeom prst="rect">
            <a:avLst/>
          </a:prstGeom>
        </p:spPr>
      </p:pic>
      <p:sp>
        <p:nvSpPr>
          <p:cNvPr id="51" name="Shape 26"/>
          <p:cNvSpPr/>
          <p:nvPr/>
        </p:nvSpPr>
        <p:spPr>
          <a:xfrm>
            <a:off x="37465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2" name="Image 23" descr="lanxess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2292" y="5099050"/>
            <a:ext cx="970516" cy="393700"/>
          </a:xfrm>
          <a:prstGeom prst="rect">
            <a:avLst/>
          </a:prstGeom>
        </p:spPr>
      </p:pic>
      <p:sp>
        <p:nvSpPr>
          <p:cNvPr id="53" name="Shape 27"/>
          <p:cNvSpPr/>
          <p:nvPr/>
        </p:nvSpPr>
        <p:spPr>
          <a:xfrm>
            <a:off x="53149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4" name="Image 24" descr="helm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91075" y="5099050"/>
            <a:ext cx="609849" cy="393700"/>
          </a:xfrm>
          <a:prstGeom prst="rect">
            <a:avLst/>
          </a:prstGeom>
        </p:spPr>
      </p:pic>
      <p:sp>
        <p:nvSpPr>
          <p:cNvPr id="55" name="Shape 28"/>
          <p:cNvSpPr/>
          <p:nvPr/>
        </p:nvSpPr>
        <p:spPr>
          <a:xfrm>
            <a:off x="68834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6" name="Image 25" descr="polyplastics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124700" y="5194060"/>
            <a:ext cx="1079500" cy="203679"/>
          </a:xfrm>
          <a:prstGeom prst="rect">
            <a:avLst/>
          </a:prstGeom>
        </p:spPr>
      </p:pic>
      <p:sp>
        <p:nvSpPr>
          <p:cNvPr id="57" name="Shape 29"/>
          <p:cNvSpPr/>
          <p:nvPr/>
        </p:nvSpPr>
        <p:spPr>
          <a:xfrm>
            <a:off x="84518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8" name="Image 26" descr="tintasm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51192" y="5099050"/>
            <a:ext cx="363415" cy="393700"/>
          </a:xfrm>
          <a:prstGeom prst="rect">
            <a:avLst/>
          </a:prstGeom>
        </p:spPr>
      </p:pic>
      <p:sp>
        <p:nvSpPr>
          <p:cNvPr id="59" name="Shape 30"/>
          <p:cNvSpPr/>
          <p:nvPr/>
        </p:nvSpPr>
        <p:spPr>
          <a:xfrm>
            <a:off x="100203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0" name="Image 27" descr="abrapa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261600" y="5146607"/>
            <a:ext cx="1079500" cy="298585"/>
          </a:xfrm>
          <a:prstGeom prst="rect">
            <a:avLst/>
          </a:prstGeom>
        </p:spPr>
      </p:pic>
      <p:sp>
        <p:nvSpPr>
          <p:cNvPr id="61" name="Shape 31"/>
          <p:cNvSpPr/>
          <p:nvPr/>
        </p:nvSpPr>
        <p:spPr>
          <a:xfrm>
            <a:off x="6096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2" name="Image 28" descr="nupay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0900" y="5951453"/>
            <a:ext cx="1079500" cy="263695"/>
          </a:xfrm>
          <a:prstGeom prst="rect">
            <a:avLst/>
          </a:prstGeom>
        </p:spPr>
      </p:pic>
      <p:sp>
        <p:nvSpPr>
          <p:cNvPr id="63" name="Shape 32"/>
          <p:cNvSpPr/>
          <p:nvPr/>
        </p:nvSpPr>
        <p:spPr>
          <a:xfrm>
            <a:off x="21780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4" name="Image 29" descr="mutant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19350" y="5891488"/>
            <a:ext cx="1079500" cy="383624"/>
          </a:xfrm>
          <a:prstGeom prst="rect">
            <a:avLst/>
          </a:prstGeom>
        </p:spPr>
      </p:pic>
      <p:sp>
        <p:nvSpPr>
          <p:cNvPr id="65" name="Shape 33"/>
          <p:cNvSpPr/>
          <p:nvPr/>
        </p:nvSpPr>
        <p:spPr>
          <a:xfrm>
            <a:off x="37465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6" name="Image 30" descr="accentur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7800" y="5929793"/>
            <a:ext cx="1079500" cy="307014"/>
          </a:xfrm>
          <a:prstGeom prst="rect">
            <a:avLst/>
          </a:prstGeom>
        </p:spPr>
      </p:pic>
      <p:sp>
        <p:nvSpPr>
          <p:cNvPr id="67" name="Shape 34"/>
          <p:cNvSpPr/>
          <p:nvPr/>
        </p:nvSpPr>
        <p:spPr>
          <a:xfrm>
            <a:off x="53149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8" name="Image 31" descr="dell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895975" y="5886450"/>
            <a:ext cx="400050" cy="393700"/>
          </a:xfrm>
          <a:prstGeom prst="rect">
            <a:avLst/>
          </a:prstGeom>
        </p:spPr>
      </p:pic>
      <p:sp>
        <p:nvSpPr>
          <p:cNvPr id="69" name="Shape 35"/>
          <p:cNvSpPr/>
          <p:nvPr/>
        </p:nvSpPr>
        <p:spPr>
          <a:xfrm>
            <a:off x="68834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0" name="Image 32" descr="motorola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449429" y="5886450"/>
            <a:ext cx="430042" cy="393700"/>
          </a:xfrm>
          <a:prstGeom prst="rect">
            <a:avLst/>
          </a:prstGeom>
        </p:spPr>
      </p:pic>
      <p:sp>
        <p:nvSpPr>
          <p:cNvPr id="71" name="Shape 36"/>
          <p:cNvSpPr/>
          <p:nvPr/>
        </p:nvSpPr>
        <p:spPr>
          <a:xfrm>
            <a:off x="84518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2" name="Image 33" descr="spturis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93150" y="5897386"/>
            <a:ext cx="1079500" cy="371828"/>
          </a:xfrm>
          <a:prstGeom prst="rect">
            <a:avLst/>
          </a:prstGeom>
        </p:spPr>
      </p:pic>
      <p:sp>
        <p:nvSpPr>
          <p:cNvPr id="73" name="Shape 37"/>
          <p:cNvSpPr/>
          <p:nvPr/>
        </p:nvSpPr>
        <p:spPr>
          <a:xfrm>
            <a:off x="100203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4" name="Image 34" descr="ae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0604500" y="5886450"/>
            <a:ext cx="393700" cy="393700"/>
          </a:xfrm>
          <a:prstGeom prst="rect">
            <a:avLst/>
          </a:prstGeom>
        </p:spPr>
      </p:pic>
      <p:sp>
        <p:nvSpPr>
          <p:cNvPr id="75" name="Shape 3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76" name="Text 3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77" name="Image 35" descr="Link">
            <a:hlinkClick r:id="rId38" tooltip="" action="ppaction://hlinksldjump"/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78" name="Text 4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79" name="Image 36" descr="Link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80" name="Image 37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2540000"/>
            <a:ext cx="1568450" cy="787400"/>
          </a:xfrm>
          <a:prstGeom prst="rect">
            <a:avLst/>
          </a:prstGeom>
        </p:spPr>
      </p:pic>
      <p:pic>
        <p:nvPicPr>
          <p:cNvPr id="81" name="Image 38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178050" y="2540000"/>
            <a:ext cx="1568450" cy="787400"/>
          </a:xfrm>
          <a:prstGeom prst="rect">
            <a:avLst/>
          </a:prstGeom>
        </p:spPr>
      </p:pic>
      <p:pic>
        <p:nvPicPr>
          <p:cNvPr id="82" name="Image 39" descr="Link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46500" y="2540000"/>
            <a:ext cx="1568450" cy="787400"/>
          </a:xfrm>
          <a:prstGeom prst="rect">
            <a:avLst/>
          </a:prstGeom>
        </p:spPr>
      </p:pic>
      <p:pic>
        <p:nvPicPr>
          <p:cNvPr id="83" name="Image 40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314950" y="2540000"/>
            <a:ext cx="1568450" cy="787400"/>
          </a:xfrm>
          <a:prstGeom prst="rect">
            <a:avLst/>
          </a:prstGeom>
        </p:spPr>
      </p:pic>
      <p:pic>
        <p:nvPicPr>
          <p:cNvPr id="84" name="Image 41" descr="Link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883400" y="2540000"/>
            <a:ext cx="1568450" cy="787400"/>
          </a:xfrm>
          <a:prstGeom prst="rect">
            <a:avLst/>
          </a:prstGeom>
        </p:spPr>
      </p:pic>
      <p:pic>
        <p:nvPicPr>
          <p:cNvPr id="85" name="Image 42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451850" y="2540000"/>
            <a:ext cx="1568450" cy="787400"/>
          </a:xfrm>
          <a:prstGeom prst="rect">
            <a:avLst/>
          </a:prstGeom>
        </p:spPr>
      </p:pic>
      <p:pic>
        <p:nvPicPr>
          <p:cNvPr id="86" name="Image 43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020300" y="2540000"/>
            <a:ext cx="1568450" cy="787400"/>
          </a:xfrm>
          <a:prstGeom prst="rect">
            <a:avLst/>
          </a:prstGeom>
        </p:spPr>
      </p:pic>
      <p:pic>
        <p:nvPicPr>
          <p:cNvPr id="87" name="Image 44" descr="Link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09600" y="3327400"/>
            <a:ext cx="1568450" cy="787400"/>
          </a:xfrm>
          <a:prstGeom prst="rect">
            <a:avLst/>
          </a:prstGeom>
        </p:spPr>
      </p:pic>
      <p:pic>
        <p:nvPicPr>
          <p:cNvPr id="88" name="Image 45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2178050" y="3327400"/>
            <a:ext cx="1568450" cy="787400"/>
          </a:xfrm>
          <a:prstGeom prst="rect">
            <a:avLst/>
          </a:prstGeom>
        </p:spPr>
      </p:pic>
      <p:pic>
        <p:nvPicPr>
          <p:cNvPr id="89" name="Image 46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746500" y="3327400"/>
            <a:ext cx="1568450" cy="787400"/>
          </a:xfrm>
          <a:prstGeom prst="rect">
            <a:avLst/>
          </a:prstGeom>
        </p:spPr>
      </p:pic>
      <p:pic>
        <p:nvPicPr>
          <p:cNvPr id="90" name="Image 47" descr="Link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314950" y="3327400"/>
            <a:ext cx="1568450" cy="787400"/>
          </a:xfrm>
          <a:prstGeom prst="rect">
            <a:avLst/>
          </a:prstGeom>
        </p:spPr>
      </p:pic>
      <p:pic>
        <p:nvPicPr>
          <p:cNvPr id="91" name="Image 48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609600" y="4902200"/>
            <a:ext cx="1568450" cy="787400"/>
          </a:xfrm>
          <a:prstGeom prst="rect">
            <a:avLst/>
          </a:prstGeom>
        </p:spPr>
      </p:pic>
      <p:pic>
        <p:nvPicPr>
          <p:cNvPr id="92" name="Image 49" descr="Link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2178050" y="4902200"/>
            <a:ext cx="1568450" cy="787400"/>
          </a:xfrm>
          <a:prstGeom prst="rect">
            <a:avLst/>
          </a:prstGeom>
        </p:spPr>
      </p:pic>
      <p:pic>
        <p:nvPicPr>
          <p:cNvPr id="93" name="Image 50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609600" y="5689600"/>
            <a:ext cx="1568450" cy="787400"/>
          </a:xfrm>
          <a:prstGeom prst="rect">
            <a:avLst/>
          </a:prstGeom>
        </p:spPr>
      </p:pic>
      <p:pic>
        <p:nvPicPr>
          <p:cNvPr id="94" name="Image 51" descr="Link">
            <a:hlinkClick r:id="rId71" tooltip="" action="ppaction://hlinksldjump"/>
      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2178050" y="5689600"/>
            <a:ext cx="156845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erraço da casa da Stap com o letreiro Stap Feel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587d240172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609600"/>
            <a:ext cx="635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CASA DA STAP · RUA PRESTES JOÃO, 140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10160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Sinta-se</a:t>
            </a:r>
            <a:endParaRPr lang="en-US" sz="115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24765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casa.</a:t>
            </a:r>
            <a:endParaRPr lang="en-US" sz="11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4318000"/>
            <a:ext cx="5207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Mais que um escritório, uma casa de inspiração. Estratégia, projeto, criação e execução acontecem lado a lado, no mesmo endereço.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3975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i="1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casa.”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60960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Maluf, Marketing, Braskem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6985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Quem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constrói.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8026400" y="762000"/>
            <a:ext cx="3556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equipe que pensa, desenha, produz e monta na mesma casa.</a:t>
            </a:r>
            <a:endParaRPr lang="en-US" sz="1300" dirty="0"/>
          </a:p>
        </p:txBody>
      </p:sp>
      <p:pic>
        <p:nvPicPr>
          <p:cNvPr id="5" name="Image 0" descr="Ricardo G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714500"/>
            <a:ext cx="1282700" cy="146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96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Founder</a:t>
            </a:r>
            <a:endParaRPr lang="en-US" sz="1200" dirty="0"/>
          </a:p>
        </p:txBody>
      </p:sp>
      <p:pic>
        <p:nvPicPr>
          <p:cNvPr id="8" name="Image 1" descr="Virginia Carrier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714500"/>
            <a:ext cx="1282700" cy="14605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939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Virginia Carrieri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9939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</a:t>
            </a:r>
            <a:endParaRPr lang="en-US" sz="1200" dirty="0"/>
          </a:p>
        </p:txBody>
      </p:sp>
      <p:pic>
        <p:nvPicPr>
          <p:cNvPr id="11" name="Image 2" descr="Mari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1714500"/>
            <a:ext cx="1282700" cy="14605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782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Marise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33782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 · Amei de Paixão</a:t>
            </a:r>
            <a:endParaRPr lang="en-US" sz="1200" dirty="0"/>
          </a:p>
        </p:txBody>
      </p:sp>
      <p:pic>
        <p:nvPicPr>
          <p:cNvPr id="14" name="Image 3" descr="Cremone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1714500"/>
            <a:ext cx="1282700" cy="14605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625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Cremonesi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47625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COO</a:t>
            </a:r>
            <a:endParaRPr lang="en-US" sz="1200" dirty="0"/>
          </a:p>
        </p:txBody>
      </p:sp>
      <p:pic>
        <p:nvPicPr>
          <p:cNvPr id="17" name="Image 4" descr="Silma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800" y="1714500"/>
            <a:ext cx="1282700" cy="1460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1468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Silmara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61468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Diretora financeira</a:t>
            </a:r>
            <a:endParaRPr lang="en-US" sz="1200" dirty="0"/>
          </a:p>
        </p:txBody>
      </p:sp>
      <p:pic>
        <p:nvPicPr>
          <p:cNvPr id="20" name="Image 5" descr="Adria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100" y="1714500"/>
            <a:ext cx="1282700" cy="14605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5311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Adriano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75311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Arquiteto</a:t>
            </a:r>
            <a:endParaRPr lang="en-US" sz="1200" dirty="0"/>
          </a:p>
        </p:txBody>
      </p:sp>
      <p:pic>
        <p:nvPicPr>
          <p:cNvPr id="23" name="Image 6" descr="K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1714500"/>
            <a:ext cx="1282700" cy="146050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9154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Kco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89154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of Art</a:t>
            </a:r>
            <a:endParaRPr lang="en-US" sz="1200" dirty="0"/>
          </a:p>
        </p:txBody>
      </p:sp>
      <p:pic>
        <p:nvPicPr>
          <p:cNvPr id="26" name="Image 7" descr="Pau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9700" y="1714500"/>
            <a:ext cx="1282700" cy="146050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2997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Paula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102997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3D Designer</a:t>
            </a:r>
            <a:endParaRPr lang="en-US" sz="1200" dirty="0"/>
          </a:p>
        </p:txBody>
      </p:sp>
      <p:pic>
        <p:nvPicPr>
          <p:cNvPr id="29" name="Image 8" descr="Wagn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127500"/>
            <a:ext cx="1282700" cy="14605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096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Wagner</a:t>
            </a:r>
            <a:endParaRPr lang="en-US" sz="1200" dirty="0"/>
          </a:p>
        </p:txBody>
      </p:sp>
      <p:sp>
        <p:nvSpPr>
          <p:cNvPr id="31" name="Text 20"/>
          <p:cNvSpPr txBox="1"/>
          <p:nvPr/>
        </p:nvSpPr>
        <p:spPr>
          <a:xfrm>
            <a:off x="6096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Arte final</a:t>
            </a:r>
            <a:endParaRPr lang="en-US" sz="1200" dirty="0"/>
          </a:p>
        </p:txBody>
      </p:sp>
      <p:pic>
        <p:nvPicPr>
          <p:cNvPr id="32" name="Image 9" descr="Geovan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3900" y="4127500"/>
            <a:ext cx="1282700" cy="146050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19939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Geovani</a:t>
            </a:r>
            <a:endParaRPr lang="en-US" sz="1200" dirty="0"/>
          </a:p>
        </p:txBody>
      </p:sp>
      <p:sp>
        <p:nvSpPr>
          <p:cNvPr id="34" name="Text 22"/>
          <p:cNvSpPr txBox="1"/>
          <p:nvPr/>
        </p:nvSpPr>
        <p:spPr>
          <a:xfrm>
            <a:off x="19939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de produção</a:t>
            </a:r>
            <a:endParaRPr lang="en-US" sz="1200" dirty="0"/>
          </a:p>
        </p:txBody>
      </p:sp>
      <p:pic>
        <p:nvPicPr>
          <p:cNvPr id="35" name="Image 10" descr="Ana Céli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200" y="4127500"/>
            <a:ext cx="1282700" cy="146050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33782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Ana Célia</a:t>
            </a:r>
            <a:endParaRPr lang="en-US" sz="1200" dirty="0"/>
          </a:p>
        </p:txBody>
      </p:sp>
      <p:sp>
        <p:nvSpPr>
          <p:cNvPr id="37" name="Text 24"/>
          <p:cNvSpPr txBox="1"/>
          <p:nvPr/>
        </p:nvSpPr>
        <p:spPr>
          <a:xfrm>
            <a:off x="33782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Pré-produção</a:t>
            </a:r>
            <a:endParaRPr lang="en-US" sz="1200" dirty="0"/>
          </a:p>
        </p:txBody>
      </p:sp>
      <p:pic>
        <p:nvPicPr>
          <p:cNvPr id="38" name="Image 11" descr="Flávia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2500" y="4127500"/>
            <a:ext cx="1282700" cy="146050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47625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Flávia</a:t>
            </a:r>
            <a:endParaRPr lang="en-US" sz="1200" dirty="0"/>
          </a:p>
        </p:txBody>
      </p:sp>
      <p:sp>
        <p:nvSpPr>
          <p:cNvPr id="40" name="Text 26"/>
          <p:cNvSpPr txBox="1"/>
          <p:nvPr/>
        </p:nvSpPr>
        <p:spPr>
          <a:xfrm>
            <a:off x="47625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1" name="Image 12" descr="Giulian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46800" y="4127500"/>
            <a:ext cx="1282700" cy="146050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61468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Giuliana</a:t>
            </a:r>
            <a:endParaRPr lang="en-US" sz="1200" dirty="0"/>
          </a:p>
        </p:txBody>
      </p:sp>
      <p:sp>
        <p:nvSpPr>
          <p:cNvPr id="43" name="Text 28"/>
          <p:cNvSpPr txBox="1"/>
          <p:nvPr/>
        </p:nvSpPr>
        <p:spPr>
          <a:xfrm>
            <a:off x="61468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4" name="Image 13" descr="Cacá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1100" y="4127500"/>
            <a:ext cx="1282700" cy="146050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5311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Cacá</a:t>
            </a:r>
            <a:endParaRPr lang="en-US" sz="1200" dirty="0"/>
          </a:p>
        </p:txBody>
      </p:sp>
      <p:sp>
        <p:nvSpPr>
          <p:cNvPr id="46" name="Text 30"/>
          <p:cNvSpPr txBox="1"/>
          <p:nvPr/>
        </p:nvSpPr>
        <p:spPr>
          <a:xfrm>
            <a:off x="75311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7" name="Image 14" descr="Bia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15400" y="4127500"/>
            <a:ext cx="1282700" cy="1460500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89154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Bia</a:t>
            </a:r>
            <a:endParaRPr lang="en-US" sz="1200" dirty="0"/>
          </a:p>
        </p:txBody>
      </p:sp>
      <p:sp>
        <p:nvSpPr>
          <p:cNvPr id="49" name="Text 32"/>
          <p:cNvSpPr txBox="1"/>
          <p:nvPr/>
        </p:nvSpPr>
        <p:spPr>
          <a:xfrm>
            <a:off x="89154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Secretária</a:t>
            </a:r>
            <a:endParaRPr lang="en-US" sz="1200" dirty="0"/>
          </a:p>
        </p:txBody>
      </p:sp>
      <p:sp>
        <p:nvSpPr>
          <p:cNvPr id="50" name="Shape 33"/>
          <p:cNvSpPr/>
          <p:nvPr/>
        </p:nvSpPr>
        <p:spPr>
          <a:xfrm>
            <a:off x="10299700" y="4127500"/>
            <a:ext cx="1282700" cy="14605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51" name="Text 34"/>
          <p:cNvSpPr txBox="1"/>
          <p:nvPr/>
        </p:nvSpPr>
        <p:spPr>
          <a:xfrm>
            <a:off x="10414000" y="4279900"/>
            <a:ext cx="1079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Venha construir </a:t>
            </a:r>
            <a:pPr algn="l" indent="0" marL="0">
              <a:lnSpc>
                <a:spcPts val="1980"/>
              </a:lnSpc>
              <a:buNone/>
            </a:pPr>
            <a:r>
              <a:rPr lang="en-US" sz="1800" i="1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1800" dirty="0"/>
          </a:p>
        </p:txBody>
      </p:sp>
      <p:sp>
        <p:nvSpPr>
          <p:cNvPr id="52" name="Shape 3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53" name="Text 3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54" name="Image 15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56" name="Image 16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70" y="508000"/>
            <a:ext cx="1123261" cy="50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1905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2222500"/>
            <a:ext cx="11430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Vamos construir</a:t>
            </a:r>
            <a:endParaRPr lang="en-US" sz="9500" dirty="0"/>
          </a:p>
        </p:txBody>
      </p:sp>
      <p:sp>
        <p:nvSpPr>
          <p:cNvPr id="6" name="Text 2"/>
          <p:cNvSpPr txBox="1"/>
          <p:nvPr/>
        </p:nvSpPr>
        <p:spPr>
          <a:xfrm>
            <a:off x="1524000" y="3479800"/>
            <a:ext cx="10795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próximo </a:t>
            </a:r>
            <a:pPr algn="l" indent="0" marL="0">
              <a:lnSpc>
                <a:spcPts val="9880"/>
              </a:lnSpc>
              <a:buNone/>
            </a:pPr>
            <a:r>
              <a:rPr lang="en-US" sz="9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capítulo?</a:t>
            </a:r>
            <a:endParaRPr lang="en-US" sz="9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E-MAIL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715000"/>
            <a:ext cx="317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contato@stap.com.br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810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TELEFONE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810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+55 11 5908-0404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604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04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@stapfeelings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0424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CASA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0424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Rua Prestes João, 140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Right Grotesk T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Stap — Apresentação comercial</dc:title>
  <dc:subject>PptxGenJS Presentation</dc:subject>
  <dc:creator>Stap Feelings</dc:creator>
  <cp:lastModifiedBy>Stap Feelings</cp:lastModifiedBy>
  <cp:revision>1</cp:revision>
  <dcterms:created xsi:type="dcterms:W3CDTF">2026-10-27T16:30:45Z</dcterms:created>
  <dcterms:modified xsi:type="dcterms:W3CDTF">2026-10-27T16:30:45Z</dcterms:modified>
</cp:coreProperties>
</file>